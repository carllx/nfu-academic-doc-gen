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7.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3" userDrawn="1">
          <p15:clr>
            <a:srgbClr val="A4A3A4"/>
          </p15:clr>
        </p15:guide>
        <p15:guide id="2" pos="384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33"/>
        <p:guide pos="384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customXml" Target="../customXml/item1.xml"/><Relationship Id="rId2" Type="http://schemas.openxmlformats.org/officeDocument/2006/relationships/theme" Target="theme/theme1.xml"/><Relationship Id="rId19" Type="http://schemas.openxmlformats.org/officeDocument/2006/relationships/customXmlProps" Target="../customXml/itemProps7.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PPT模版-14"/>
          <p:cNvPicPr>
            <a:picLocks noChangeAspect="1"/>
          </p:cNvPicPr>
          <p:nvPr/>
        </p:nvPicPr>
        <p:blipFill>
          <a:blip r:embed="rId1"/>
          <a:stretch>
            <a:fillRect/>
          </a:stretch>
        </p:blipFill>
        <p:spPr>
          <a:xfrm>
            <a:off x="0" y="0"/>
            <a:ext cx="12192000" cy="6858000"/>
          </a:xfrm>
          <a:prstGeom prst="rect">
            <a:avLst/>
          </a:prstGeom>
        </p:spPr>
      </p:pic>
      <p:pic>
        <p:nvPicPr>
          <p:cNvPr id="5" name="图片 4" descr="PPT模版-13"/>
          <p:cNvPicPr>
            <a:picLocks noChangeAspect="1"/>
          </p:cNvPicPr>
          <p:nvPr/>
        </p:nvPicPr>
        <p:blipFill>
          <a:blip r:embed="rId2"/>
          <a:stretch>
            <a:fillRect/>
          </a:stretch>
        </p:blipFill>
        <p:spPr>
          <a:xfrm>
            <a:off x="8952230" y="5230495"/>
            <a:ext cx="3239770" cy="1627505"/>
          </a:xfrm>
          <a:prstGeom prst="rect">
            <a:avLst/>
          </a:prstGeom>
        </p:spPr>
      </p:pic>
      <p:sp>
        <p:nvSpPr>
          <p:cNvPr id="18" name="文本框 17"/>
          <p:cNvSpPr txBox="1"/>
          <p:nvPr/>
        </p:nvSpPr>
        <p:spPr>
          <a:xfrm>
            <a:off x="565150" y="800100"/>
            <a:ext cx="11031855" cy="4507865"/>
          </a:xfrm>
          <a:prstGeom prst="rect">
            <a:avLst/>
          </a:prstGeom>
          <a:noFill/>
        </p:spPr>
        <p:txBody>
          <a:bodyPr wrap="square" rtlCol="0">
            <a:noAutofit/>
          </a:bodyPr>
          <a:p>
            <a:pPr>
              <a:lnSpc>
                <a:spcPct val="100000"/>
              </a:lnSpc>
              <a:spcBef>
                <a:spcPts val="0"/>
              </a:spcBef>
              <a:spcAft>
                <a:spcPts val="0"/>
              </a:spcAft>
            </a:pPr>
            <a:r>
              <a:rPr lang="zh-CN" altLang="en-US" sz="6600">
                <a:solidFill>
                  <a:schemeClr val="bg1"/>
                </a:solidFill>
                <a:latin typeface="微软雅黑" panose="020B0503020204020204" charset="-122"/>
                <a:ea typeface="微软雅黑" panose="020B0503020204020204" charset="-122"/>
              </a:rPr>
              <a:t>课程名称课程名称</a:t>
            </a:r>
            <a:r>
              <a:rPr lang="zh-CN" altLang="en-US" sz="6600">
                <a:solidFill>
                  <a:schemeClr val="bg1"/>
                </a:solidFill>
                <a:latin typeface="微软雅黑" panose="020B0503020204020204" charset="-122"/>
                <a:ea typeface="微软雅黑" panose="020B0503020204020204" charset="-122"/>
                <a:sym typeface="+mn-ea"/>
              </a:rPr>
              <a:t>课程名称</a:t>
            </a:r>
            <a:endParaRPr lang="zh-CN" altLang="en-US" sz="66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a:solidFill>
                  <a:schemeClr val="bg1"/>
                </a:solidFill>
                <a:latin typeface="微软雅黑" panose="020B0503020204020204" charset="-122"/>
                <a:ea typeface="微软雅黑" panose="020B0503020204020204" charset="-122"/>
              </a:rPr>
              <a:t>课程编号：</a:t>
            </a:r>
            <a:r>
              <a:rPr lang="en-US" altLang="zh-CN">
                <a:solidFill>
                  <a:schemeClr val="bg1"/>
                </a:solidFill>
                <a:latin typeface="微软雅黑" panose="020B0503020204020204" charset="-122"/>
                <a:ea typeface="微软雅黑" panose="020B0503020204020204" charset="-122"/>
              </a:rPr>
              <a:t>////////////////</a:t>
            </a:r>
            <a:endParaRPr lang="zh-CN" altLang="en-US">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endParaRPr lang="zh-CN" altLang="en-US">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a:solidFill>
                  <a:schemeClr val="bg1"/>
                </a:solidFill>
                <a:latin typeface="微软雅黑" panose="020B0503020204020204" charset="-122"/>
                <a:ea typeface="微软雅黑" panose="020B0503020204020204" charset="-122"/>
                <a:sym typeface="+mn-ea"/>
              </a:rPr>
              <a:t>主讲教师：姓名名</a:t>
            </a:r>
            <a:endParaRPr lang="zh-CN" altLang="en-US">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a:solidFill>
                  <a:schemeClr val="bg1"/>
                </a:solidFill>
                <a:latin typeface="微软雅黑" panose="020B0503020204020204" charset="-122"/>
                <a:ea typeface="微软雅黑" panose="020B0503020204020204" charset="-122"/>
              </a:rPr>
              <a:t>开课单位：广州南方学院设计学院</a:t>
            </a:r>
            <a:endParaRPr lang="zh-CN" altLang="en-US">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a:solidFill>
                  <a:schemeClr val="bg1"/>
                </a:solidFill>
                <a:latin typeface="微软雅黑" panose="020B0503020204020204" charset="-122"/>
                <a:ea typeface="微软雅黑" panose="020B0503020204020204" charset="-122"/>
              </a:rPr>
              <a:t>授课学期：</a:t>
            </a:r>
            <a:r>
              <a:rPr lang="en-US" altLang="zh-CN">
                <a:solidFill>
                  <a:schemeClr val="bg1"/>
                </a:solidFill>
                <a:latin typeface="微软雅黑" panose="020B0503020204020204" charset="-122"/>
                <a:ea typeface="微软雅黑" panose="020B0503020204020204" charset="-122"/>
              </a:rPr>
              <a:t>2025-2026</a:t>
            </a:r>
            <a:r>
              <a:rPr lang="zh-CN" altLang="en-US">
                <a:solidFill>
                  <a:schemeClr val="bg1"/>
                </a:solidFill>
                <a:latin typeface="微软雅黑" panose="020B0503020204020204" charset="-122"/>
                <a:ea typeface="微软雅黑" panose="020B0503020204020204" charset="-122"/>
              </a:rPr>
              <a:t>学年第二学期</a:t>
            </a:r>
            <a:endParaRPr lang="zh-CN" altLang="en-US">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a:solidFill>
                  <a:schemeClr val="bg1"/>
                </a:solidFill>
                <a:latin typeface="微软雅黑" panose="020B0503020204020204" charset="-122"/>
                <a:ea typeface="微软雅黑" panose="020B0503020204020204" charset="-122"/>
                <a:sym typeface="+mn-ea"/>
              </a:rPr>
              <a:t>授课时间：</a:t>
            </a:r>
            <a:r>
              <a:rPr lang="en-US" altLang="zh-CN">
                <a:solidFill>
                  <a:schemeClr val="bg1"/>
                </a:solidFill>
                <a:latin typeface="微软雅黑" panose="020B0503020204020204" charset="-122"/>
                <a:ea typeface="微软雅黑" panose="020B0503020204020204" charset="-122"/>
                <a:sym typeface="+mn-ea"/>
              </a:rPr>
              <a:t>2026</a:t>
            </a:r>
            <a:r>
              <a:rPr lang="zh-CN" altLang="en-US">
                <a:solidFill>
                  <a:schemeClr val="bg1"/>
                </a:solidFill>
                <a:latin typeface="微软雅黑" panose="020B0503020204020204" charset="-122"/>
                <a:ea typeface="微软雅黑" panose="020B0503020204020204" charset="-122"/>
                <a:sym typeface="+mn-ea"/>
              </a:rPr>
              <a:t>年</a:t>
            </a:r>
            <a:r>
              <a:rPr lang="en-US" altLang="zh-CN">
                <a:solidFill>
                  <a:schemeClr val="bg1"/>
                </a:solidFill>
                <a:latin typeface="微软雅黑" panose="020B0503020204020204" charset="-122"/>
                <a:ea typeface="微软雅黑" panose="020B0503020204020204" charset="-122"/>
                <a:sym typeface="+mn-ea"/>
              </a:rPr>
              <a:t>/</a:t>
            </a:r>
            <a:r>
              <a:rPr lang="zh-CN" altLang="en-US">
                <a:solidFill>
                  <a:schemeClr val="bg1"/>
                </a:solidFill>
                <a:latin typeface="微软雅黑" panose="020B0503020204020204" charset="-122"/>
                <a:ea typeface="微软雅黑" panose="020B0503020204020204" charset="-122"/>
                <a:sym typeface="+mn-ea"/>
              </a:rPr>
              <a:t>月</a:t>
            </a:r>
            <a:r>
              <a:rPr lang="en-US" altLang="zh-CN">
                <a:solidFill>
                  <a:schemeClr val="bg1"/>
                </a:solidFill>
                <a:latin typeface="微软雅黑" panose="020B0503020204020204" charset="-122"/>
                <a:ea typeface="微软雅黑" panose="020B0503020204020204" charset="-122"/>
                <a:sym typeface="+mn-ea"/>
              </a:rPr>
              <a:t>/</a:t>
            </a:r>
            <a:r>
              <a:rPr lang="zh-CN" altLang="en-US">
                <a:solidFill>
                  <a:schemeClr val="bg1"/>
                </a:solidFill>
                <a:latin typeface="微软雅黑" panose="020B0503020204020204" charset="-122"/>
                <a:ea typeface="微软雅黑" panose="020B0503020204020204" charset="-122"/>
                <a:sym typeface="+mn-ea"/>
              </a:rPr>
              <a:t>日</a:t>
            </a:r>
            <a:endParaRPr lang="zh-CN" altLang="en-US">
              <a:solidFill>
                <a:schemeClr val="bg1"/>
              </a:solidFill>
              <a:latin typeface="微软雅黑" panose="020B0503020204020204" charset="-122"/>
              <a:ea typeface="微软雅黑" panose="020B0503020204020204"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PPT模版-15"/>
          <p:cNvPicPr>
            <a:picLocks noChangeAspect="1"/>
          </p:cNvPicPr>
          <p:nvPr/>
        </p:nvPicPr>
        <p:blipFill>
          <a:blip r:embed="rId1"/>
          <a:stretch>
            <a:fillRect/>
          </a:stretch>
        </p:blipFill>
        <p:spPr>
          <a:xfrm>
            <a:off x="0" y="0"/>
            <a:ext cx="12192000" cy="6858000"/>
          </a:xfrm>
          <a:prstGeom prst="rect">
            <a:avLst/>
          </a:prstGeom>
        </p:spPr>
      </p:pic>
      <p:sp>
        <p:nvSpPr>
          <p:cNvPr id="6" name="文本框 5"/>
          <p:cNvSpPr txBox="1"/>
          <p:nvPr/>
        </p:nvSpPr>
        <p:spPr>
          <a:xfrm>
            <a:off x="801370" y="946150"/>
            <a:ext cx="7971790" cy="622300"/>
          </a:xfrm>
          <a:prstGeom prst="rect">
            <a:avLst/>
          </a:prstGeom>
          <a:noFill/>
        </p:spPr>
        <p:txBody>
          <a:bodyPr wrap="square" rtlCol="0">
            <a:noAutofit/>
          </a:bodyPr>
          <a:p>
            <a:pPr>
              <a:lnSpc>
                <a:spcPct val="100000"/>
              </a:lnSpc>
              <a:spcBef>
                <a:spcPts val="0"/>
              </a:spcBef>
              <a:spcAft>
                <a:spcPts val="0"/>
              </a:spcAft>
            </a:pPr>
            <a:r>
              <a:rPr lang="zh-CN" altLang="en-US" sz="2400">
                <a:solidFill>
                  <a:schemeClr val="bg1">
                    <a:lumMod val="50000"/>
                  </a:schemeClr>
                </a:solidFill>
                <a:latin typeface="微软雅黑" panose="020B0503020204020204" charset="-122"/>
                <a:ea typeface="微软雅黑" panose="020B0503020204020204" charset="-122"/>
              </a:rPr>
              <a:t>上节课知识点回顾</a:t>
            </a:r>
            <a:endParaRPr lang="zh-CN" altLang="en-US" sz="2400">
              <a:solidFill>
                <a:schemeClr val="bg1">
                  <a:lumMod val="50000"/>
                </a:schemeClr>
              </a:solidFill>
              <a:latin typeface="微软雅黑" panose="020B0503020204020204" charset="-122"/>
              <a:ea typeface="微软雅黑" panose="020B0503020204020204" charset="-122"/>
              <a:sym typeface="+mn-ea"/>
            </a:endParaRPr>
          </a:p>
        </p:txBody>
      </p:sp>
      <p:sp>
        <p:nvSpPr>
          <p:cNvPr id="7" name="文本框 6"/>
          <p:cNvSpPr txBox="1"/>
          <p:nvPr/>
        </p:nvSpPr>
        <p:spPr>
          <a:xfrm>
            <a:off x="3670300" y="2224405"/>
            <a:ext cx="7912100" cy="3342640"/>
          </a:xfrm>
          <a:prstGeom prst="rect">
            <a:avLst/>
          </a:prstGeom>
          <a:noFill/>
        </p:spPr>
        <p:txBody>
          <a:bodyPr wrap="square" rtlCol="0">
            <a:noAutofit/>
          </a:bodyPr>
          <a:p>
            <a:pPr>
              <a:lnSpc>
                <a:spcPct val="115000"/>
              </a:lnSpc>
              <a:spcBef>
                <a:spcPts val="0"/>
              </a:spcBef>
              <a:spcAft>
                <a:spcPts val="0"/>
              </a:spcAft>
            </a:pPr>
            <a:r>
              <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知识点</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1</a:t>
            </a:r>
            <a:r>
              <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知识点知识点</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知识点知识点知识点知识点知识点知识点知识点知识点知识点知识点知识点知识点知识点。</a:t>
            </a: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15000"/>
              </a:lnSpc>
              <a:spcBef>
                <a:spcPts val="0"/>
              </a:spcBef>
              <a:spcAft>
                <a:spcPts val="0"/>
              </a:spcAft>
            </a:pP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15000"/>
              </a:lnSpc>
              <a:spcBef>
                <a:spcPts val="0"/>
              </a:spcBef>
              <a:spcAft>
                <a:spcPts val="0"/>
              </a:spcAft>
            </a:pPr>
            <a:r>
              <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知识点</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2</a:t>
            </a:r>
            <a:r>
              <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知识点知识点知识点知识点知识点知识点知识点知识点知识点知识点知识点知识点知识点知识点知识点。</a:t>
            </a: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endParaRPr lang="zh-CN" altLang="en-US" sz="2000">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endParaRPr lang="zh-CN" altLang="en-US" sz="2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PPT模版-15"/>
          <p:cNvPicPr>
            <a:picLocks noChangeAspect="1"/>
          </p:cNvPicPr>
          <p:nvPr/>
        </p:nvPicPr>
        <p:blipFill>
          <a:blip r:embed="rId1"/>
          <a:stretch>
            <a:fillRect/>
          </a:stretch>
        </p:blipFill>
        <p:spPr>
          <a:xfrm>
            <a:off x="0" y="0"/>
            <a:ext cx="12192000" cy="6858000"/>
          </a:xfrm>
          <a:prstGeom prst="rect">
            <a:avLst/>
          </a:prstGeom>
        </p:spPr>
      </p:pic>
      <p:sp>
        <p:nvSpPr>
          <p:cNvPr id="6" name="文本框 5"/>
          <p:cNvSpPr txBox="1"/>
          <p:nvPr/>
        </p:nvSpPr>
        <p:spPr>
          <a:xfrm>
            <a:off x="801370" y="946150"/>
            <a:ext cx="7971790" cy="622300"/>
          </a:xfrm>
          <a:prstGeom prst="rect">
            <a:avLst/>
          </a:prstGeom>
          <a:noFill/>
        </p:spPr>
        <p:txBody>
          <a:bodyPr wrap="square" rtlCol="0">
            <a:noAutofit/>
          </a:bodyPr>
          <a:p>
            <a:pPr>
              <a:lnSpc>
                <a:spcPct val="100000"/>
              </a:lnSpc>
              <a:spcBef>
                <a:spcPts val="0"/>
              </a:spcBef>
              <a:spcAft>
                <a:spcPts val="0"/>
              </a:spcAft>
            </a:pPr>
            <a:r>
              <a:rPr lang="zh-CN" altLang="en-US" sz="2400">
                <a:solidFill>
                  <a:schemeClr val="bg1">
                    <a:lumMod val="50000"/>
                  </a:schemeClr>
                </a:solidFill>
                <a:latin typeface="微软雅黑" panose="020B0503020204020204" charset="-122"/>
                <a:ea typeface="微软雅黑" panose="020B0503020204020204" charset="-122"/>
                <a:sym typeface="+mn-ea"/>
              </a:rPr>
              <a:t>本节课主要内容概述</a:t>
            </a:r>
            <a:endParaRPr lang="zh-CN" altLang="en-US" sz="2400">
              <a:solidFill>
                <a:schemeClr val="bg1">
                  <a:lumMod val="50000"/>
                </a:schemeClr>
              </a:solidFill>
              <a:latin typeface="微软雅黑" panose="020B0503020204020204" charset="-122"/>
              <a:ea typeface="微软雅黑" panose="020B0503020204020204" charset="-122"/>
              <a:sym typeface="+mn-ea"/>
            </a:endParaRPr>
          </a:p>
        </p:txBody>
      </p:sp>
      <p:sp>
        <p:nvSpPr>
          <p:cNvPr id="2" name="文本框 1"/>
          <p:cNvSpPr txBox="1"/>
          <p:nvPr/>
        </p:nvSpPr>
        <p:spPr>
          <a:xfrm>
            <a:off x="3181350" y="1379220"/>
            <a:ext cx="9641840" cy="4943475"/>
          </a:xfrm>
          <a:prstGeom prst="rect">
            <a:avLst/>
          </a:prstGeom>
          <a:noFill/>
        </p:spPr>
        <p:txBody>
          <a:bodyPr wrap="square" rtlCol="0">
            <a:noAutofit/>
          </a:bodyPr>
          <a:p>
            <a:pPr>
              <a:lnSpc>
                <a:spcPct val="200000"/>
              </a:lnSpc>
              <a:spcBef>
                <a:spcPts val="0"/>
              </a:spcBef>
              <a:spcAft>
                <a:spcPts val="0"/>
              </a:spcAft>
            </a:pPr>
            <a:r>
              <a:rPr 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第</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a:t>
            </a:r>
            <a:r>
              <a:rPr 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章：</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a:t>
            </a:r>
            <a:endPar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200000"/>
              </a:lnSpc>
              <a:spcBef>
                <a:spcPts val="0"/>
              </a:spcBef>
              <a:spcAft>
                <a:spcPts val="0"/>
              </a:spcAft>
            </a:pP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               </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第</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1</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节：</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a:t>
            </a:r>
            <a:endPar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200000"/>
              </a:lnSpc>
              <a:spcBef>
                <a:spcPts val="0"/>
              </a:spcBef>
              <a:spcAft>
                <a:spcPts val="0"/>
              </a:spcAft>
            </a:pP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2</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节：</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200000"/>
              </a:lnSpc>
              <a:spcBef>
                <a:spcPts val="0"/>
              </a:spcBef>
              <a:spcAft>
                <a:spcPts val="0"/>
              </a:spcAft>
            </a:pP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3</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节：</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200000"/>
              </a:lnSpc>
              <a:spcBef>
                <a:spcPts val="0"/>
              </a:spcBef>
              <a:spcAft>
                <a:spcPts val="0"/>
              </a:spcAft>
            </a:pP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4</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节：</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200000"/>
              </a:lnSpc>
              <a:spcBef>
                <a:spcPts val="0"/>
              </a:spcBef>
              <a:spcAft>
                <a:spcPts val="0"/>
              </a:spcAft>
            </a:pP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5</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节：</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200000"/>
              </a:lnSpc>
              <a:spcBef>
                <a:spcPts val="0"/>
              </a:spcBef>
              <a:spcAft>
                <a:spcPts val="0"/>
              </a:spcAft>
            </a:pPr>
            <a:endParaRPr lang="en-US" altLang="zh-CN" sz="2000">
              <a:latin typeface="微软雅黑" panose="020B0503020204020204" charset="-122"/>
              <a:ea typeface="微软雅黑" panose="020B0503020204020204" charset="-122"/>
              <a:cs typeface="微软雅黑" panose="020B0503020204020204" charset="-122"/>
            </a:endParaRPr>
          </a:p>
          <a:p>
            <a:pPr>
              <a:lnSpc>
                <a:spcPct val="200000"/>
              </a:lnSpc>
              <a:spcBef>
                <a:spcPts val="0"/>
              </a:spcBef>
              <a:spcAft>
                <a:spcPts val="0"/>
              </a:spcAft>
            </a:pPr>
            <a:endParaRPr lang="en-US" altLang="zh-CN" sz="2000">
              <a:latin typeface="微软雅黑" panose="020B0503020204020204" charset="-122"/>
              <a:ea typeface="微软雅黑" panose="020B0503020204020204" charset="-122"/>
              <a:cs typeface="微软雅黑" panose="020B0503020204020204" charset="-122"/>
            </a:endParaRPr>
          </a:p>
          <a:p>
            <a:pPr>
              <a:lnSpc>
                <a:spcPct val="200000"/>
              </a:lnSpc>
              <a:spcBef>
                <a:spcPts val="0"/>
              </a:spcBef>
              <a:spcAft>
                <a:spcPts val="0"/>
              </a:spcAft>
            </a:pPr>
            <a:endParaRPr lang="en-US" altLang="zh-CN" sz="2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484505" y="398780"/>
            <a:ext cx="3243580" cy="759460"/>
          </a:xfrm>
          <a:prstGeom prst="rect">
            <a:avLst/>
          </a:prstGeom>
          <a:noFill/>
        </p:spPr>
        <p:txBody>
          <a:bodyPr wrap="square" rtlCol="0">
            <a:noAutofit/>
          </a:bodyPr>
          <a:p>
            <a:pPr>
              <a:lnSpc>
                <a:spcPct val="150000"/>
              </a:lnSpc>
              <a:spcBef>
                <a:spcPts val="0"/>
              </a:spcBef>
              <a:spcAft>
                <a:spcPts val="0"/>
              </a:spcAft>
            </a:pPr>
            <a:r>
              <a:rPr lang="zh-CN" altLang="en-US" sz="1200">
                <a:solidFill>
                  <a:schemeClr val="tx1">
                    <a:lumMod val="65000"/>
                    <a:lumOff val="35000"/>
                  </a:schemeClr>
                </a:solidFill>
                <a:latin typeface="微软雅黑" panose="020B0503020204020204" charset="-122"/>
                <a:ea typeface="微软雅黑" panose="020B0503020204020204" charset="-122"/>
                <a:sym typeface="+mn-ea"/>
              </a:rPr>
              <a:t>第</a:t>
            </a:r>
            <a:r>
              <a:rPr lang="en-US" altLang="zh-CN" sz="1200">
                <a:solidFill>
                  <a:schemeClr val="tx1">
                    <a:lumMod val="65000"/>
                    <a:lumOff val="35000"/>
                  </a:schemeClr>
                </a:solidFill>
                <a:latin typeface="微软雅黑" panose="020B0503020204020204" charset="-122"/>
                <a:ea typeface="微软雅黑" panose="020B0503020204020204" charset="-122"/>
                <a:sym typeface="+mn-ea"/>
              </a:rPr>
              <a:t>/</a:t>
            </a:r>
            <a:r>
              <a:rPr lang="zh-CN" altLang="en-US" sz="1200">
                <a:solidFill>
                  <a:schemeClr val="tx1">
                    <a:lumMod val="65000"/>
                    <a:lumOff val="35000"/>
                  </a:schemeClr>
                </a:solidFill>
                <a:latin typeface="微软雅黑" panose="020B0503020204020204" charset="-122"/>
                <a:ea typeface="微软雅黑" panose="020B0503020204020204" charset="-122"/>
                <a:sym typeface="+mn-ea"/>
              </a:rPr>
              <a:t>章：</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50000"/>
              </a:lnSpc>
              <a:spcBef>
                <a:spcPts val="0"/>
              </a:spcBef>
              <a:spcAft>
                <a:spcPts val="0"/>
              </a:spcAft>
            </a:pPr>
            <a:r>
              <a:rPr lang="zh-CN" altLang="en-US"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节：</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1964055" y="3079750"/>
            <a:ext cx="8264525" cy="622300"/>
          </a:xfrm>
          <a:prstGeom prst="rect">
            <a:avLst/>
          </a:prstGeom>
          <a:noFill/>
        </p:spPr>
        <p:txBody>
          <a:bodyPr wrap="square" rtlCol="0">
            <a:noAutofit/>
          </a:bodyPr>
          <a:p>
            <a:pPr algn="ctr">
              <a:lnSpc>
                <a:spcPct val="100000"/>
              </a:lnSpc>
              <a:spcBef>
                <a:spcPts val="0"/>
              </a:spcBef>
              <a:spcAft>
                <a:spcPts val="0"/>
              </a:spcAft>
            </a:pPr>
            <a:r>
              <a:rPr lang="zh-CN" altLang="en-US">
                <a:solidFill>
                  <a:schemeClr val="bg1">
                    <a:lumMod val="50000"/>
                  </a:schemeClr>
                </a:solidFill>
                <a:latin typeface="微软雅黑" panose="020B0503020204020204" charset="-122"/>
                <a:ea typeface="微软雅黑" panose="020B0503020204020204" charset="-122"/>
                <a:sym typeface="+mn-ea"/>
              </a:rPr>
              <a:t>（以下为教学内容主体页面，可分为：案例引入、理论讲授、案例分析、方法、技能、互动、讨论、提问等。根据课程内容自行设定。以下</a:t>
            </a:r>
            <a:r>
              <a:rPr lang="en-US" altLang="zh-CN">
                <a:solidFill>
                  <a:schemeClr val="bg1">
                    <a:lumMod val="50000"/>
                  </a:schemeClr>
                </a:solidFill>
                <a:latin typeface="微软雅黑" panose="020B0503020204020204" charset="-122"/>
                <a:ea typeface="微软雅黑" panose="020B0503020204020204" charset="-122"/>
                <a:sym typeface="+mn-ea"/>
              </a:rPr>
              <a:t>5-7P</a:t>
            </a:r>
            <a:r>
              <a:rPr lang="zh-CN" altLang="en-US">
                <a:solidFill>
                  <a:schemeClr val="bg1">
                    <a:lumMod val="50000"/>
                  </a:schemeClr>
                </a:solidFill>
                <a:latin typeface="微软雅黑" panose="020B0503020204020204" charset="-122"/>
                <a:ea typeface="微软雅黑" panose="020B0503020204020204" charset="-122"/>
                <a:sym typeface="+mn-ea"/>
              </a:rPr>
              <a:t>仅供排版参考）</a:t>
            </a:r>
            <a:endParaRPr lang="zh-CN" altLang="en-US">
              <a:solidFill>
                <a:schemeClr val="bg1">
                  <a:lumMod val="50000"/>
                </a:schemeClr>
              </a:solidFill>
              <a:latin typeface="微软雅黑" panose="020B0503020204020204" charset="-122"/>
              <a:ea typeface="微软雅黑" panose="020B0503020204020204"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484505" y="398780"/>
            <a:ext cx="3243580" cy="759460"/>
          </a:xfrm>
          <a:prstGeom prst="rect">
            <a:avLst/>
          </a:prstGeom>
          <a:noFill/>
        </p:spPr>
        <p:txBody>
          <a:bodyPr wrap="square" rtlCol="0">
            <a:noAutofit/>
          </a:bodyPr>
          <a:p>
            <a:pPr>
              <a:lnSpc>
                <a:spcPct val="150000"/>
              </a:lnSpc>
              <a:spcBef>
                <a:spcPts val="0"/>
              </a:spcBef>
              <a:spcAft>
                <a:spcPts val="0"/>
              </a:spcAft>
            </a:pPr>
            <a:r>
              <a:rPr lang="zh-CN" altLang="en-US" sz="1200">
                <a:solidFill>
                  <a:schemeClr val="tx1">
                    <a:lumMod val="65000"/>
                    <a:lumOff val="35000"/>
                  </a:schemeClr>
                </a:solidFill>
                <a:latin typeface="微软雅黑" panose="020B0503020204020204" charset="-122"/>
                <a:ea typeface="微软雅黑" panose="020B0503020204020204" charset="-122"/>
                <a:sym typeface="+mn-ea"/>
              </a:rPr>
              <a:t>第</a:t>
            </a:r>
            <a:r>
              <a:rPr lang="en-US" altLang="zh-CN" sz="1200">
                <a:solidFill>
                  <a:schemeClr val="tx1">
                    <a:lumMod val="65000"/>
                    <a:lumOff val="35000"/>
                  </a:schemeClr>
                </a:solidFill>
                <a:latin typeface="微软雅黑" panose="020B0503020204020204" charset="-122"/>
                <a:ea typeface="微软雅黑" panose="020B0503020204020204" charset="-122"/>
                <a:sym typeface="+mn-ea"/>
              </a:rPr>
              <a:t>/</a:t>
            </a:r>
            <a:r>
              <a:rPr lang="zh-CN" altLang="en-US" sz="1200">
                <a:solidFill>
                  <a:schemeClr val="tx1">
                    <a:lumMod val="65000"/>
                    <a:lumOff val="35000"/>
                  </a:schemeClr>
                </a:solidFill>
                <a:latin typeface="微软雅黑" panose="020B0503020204020204" charset="-122"/>
                <a:ea typeface="微软雅黑" panose="020B0503020204020204" charset="-122"/>
                <a:sym typeface="+mn-ea"/>
              </a:rPr>
              <a:t>章：</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50000"/>
              </a:lnSpc>
              <a:spcBef>
                <a:spcPts val="0"/>
              </a:spcBef>
              <a:spcAft>
                <a:spcPts val="0"/>
              </a:spcAft>
            </a:pPr>
            <a:r>
              <a:rPr lang="zh-CN" altLang="en-US"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节：</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6" name="矩形 5"/>
          <p:cNvSpPr/>
          <p:nvPr/>
        </p:nvSpPr>
        <p:spPr>
          <a:xfrm>
            <a:off x="6252845" y="243840"/>
            <a:ext cx="5020945" cy="6343015"/>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8382635" y="3244850"/>
            <a:ext cx="762000" cy="368300"/>
          </a:xfrm>
          <a:prstGeom prst="rect">
            <a:avLst/>
          </a:prstGeom>
          <a:noFill/>
        </p:spPr>
        <p:txBody>
          <a:bodyPr wrap="square" rtlCol="0">
            <a:spAutoFit/>
          </a:bodyPr>
          <a:p>
            <a:pPr algn="ctr"/>
            <a:r>
              <a:rPr lang="zh-CN" altLang="en-US">
                <a:solidFill>
                  <a:schemeClr val="bg1">
                    <a:lumMod val="75000"/>
                  </a:schemeClr>
                </a:solidFill>
              </a:rPr>
              <a:t>图片</a:t>
            </a:r>
            <a:endParaRPr lang="zh-CN" altLang="en-US">
              <a:solidFill>
                <a:schemeClr val="bg1">
                  <a:lumMod val="75000"/>
                </a:schemeClr>
              </a:solidFill>
            </a:endParaRPr>
          </a:p>
        </p:txBody>
      </p:sp>
      <p:sp>
        <p:nvSpPr>
          <p:cNvPr id="7" name="文本框 6"/>
          <p:cNvSpPr txBox="1"/>
          <p:nvPr/>
        </p:nvSpPr>
        <p:spPr>
          <a:xfrm>
            <a:off x="484505" y="2689860"/>
            <a:ext cx="4826635" cy="2146935"/>
          </a:xfrm>
          <a:prstGeom prst="rect">
            <a:avLst/>
          </a:prstGeom>
          <a:noFill/>
        </p:spPr>
        <p:txBody>
          <a:bodyPr wrap="square" rtlCol="0">
            <a:noAutofit/>
          </a:bodyPr>
          <a:p>
            <a:pPr algn="l">
              <a:lnSpc>
                <a:spcPct val="100000"/>
              </a:lnSpc>
              <a:spcBef>
                <a:spcPts val="0"/>
              </a:spcBef>
              <a:spcAft>
                <a:spcPts val="0"/>
              </a:spcAft>
            </a:pPr>
            <a:r>
              <a:rPr lang="en-US" altLang="zh-CN" sz="2800">
                <a:solidFill>
                  <a:schemeClr val="tx1">
                    <a:lumMod val="65000"/>
                    <a:lumOff val="35000"/>
                  </a:schemeClr>
                </a:solidFill>
                <a:latin typeface="微软雅黑" panose="020B0503020204020204" charset="-122"/>
                <a:ea typeface="微软雅黑" panose="020B0503020204020204" charset="-122"/>
                <a:sym typeface="+mn-ea"/>
              </a:rPr>
              <a:t>///////////////</a:t>
            </a:r>
            <a:endParaRPr lang="en-US" altLang="zh-CN" sz="2800">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00000"/>
              </a:lnSpc>
              <a:spcBef>
                <a:spcPts val="0"/>
              </a:spcBef>
              <a:spcAft>
                <a:spcPts val="0"/>
              </a:spcAft>
            </a:pPr>
            <a:endParaRPr lang="en-US" altLang="zh-CN">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00000"/>
              </a:lnSpc>
              <a:spcBef>
                <a:spcPts val="0"/>
              </a:spcBef>
              <a:spcAft>
                <a:spcPts val="0"/>
              </a:spcAft>
            </a:pPr>
            <a:r>
              <a:rPr lang="en-US" altLang="zh-CN">
                <a:solidFill>
                  <a:schemeClr val="tx1">
                    <a:lumMod val="65000"/>
                    <a:lumOff val="35000"/>
                  </a:schemeClr>
                </a:solidFill>
                <a:latin typeface="微软雅黑" panose="020B0503020204020204" charset="-122"/>
                <a:ea typeface="微软雅黑" panose="020B0503020204020204" charset="-122"/>
                <a:sym typeface="+mn-ea"/>
              </a:rPr>
              <a:t>//////////////////////////////////////////////////////////////////////////////////////////////////////////////////</a:t>
            </a:r>
            <a:r>
              <a:rPr lang="zh-CN" altLang="en-US">
                <a:solidFill>
                  <a:schemeClr val="tx1">
                    <a:lumMod val="65000"/>
                    <a:lumOff val="35000"/>
                  </a:schemeClr>
                </a:solidFill>
                <a:latin typeface="微软雅黑" panose="020B0503020204020204" charset="-122"/>
                <a:ea typeface="微软雅黑" panose="020B0503020204020204" charset="-122"/>
                <a:sym typeface="+mn-ea"/>
              </a:rPr>
              <a:t>。</a:t>
            </a:r>
            <a:endParaRPr lang="zh-CN" altLang="en-US">
              <a:solidFill>
                <a:schemeClr val="tx1">
                  <a:lumMod val="65000"/>
                  <a:lumOff val="35000"/>
                </a:schemeClr>
              </a:solidFill>
              <a:latin typeface="微软雅黑" panose="020B0503020204020204" charset="-122"/>
              <a:ea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C9F754DE-2CAD-44b6-B708-469DEB6407EB-1"/>
          <p:cNvPicPr>
            <a:picLocks noChangeAspect="1"/>
          </p:cNvPicPr>
          <p:nvPr/>
        </p:nvPicPr>
        <p:blipFill>
          <a:blip r:embed="rId1"/>
          <a:stretch>
            <a:fillRect/>
          </a:stretch>
        </p:blipFill>
        <p:spPr>
          <a:xfrm>
            <a:off x="3218815" y="1248410"/>
            <a:ext cx="8816340" cy="5570855"/>
          </a:xfrm>
          <a:prstGeom prst="rect">
            <a:avLst/>
          </a:prstGeom>
        </p:spPr>
      </p:pic>
      <p:sp>
        <p:nvSpPr>
          <p:cNvPr id="10" name="文本框 9"/>
          <p:cNvSpPr txBox="1"/>
          <p:nvPr/>
        </p:nvSpPr>
        <p:spPr>
          <a:xfrm>
            <a:off x="484505" y="1479550"/>
            <a:ext cx="4621530" cy="1395095"/>
          </a:xfrm>
          <a:prstGeom prst="rect">
            <a:avLst/>
          </a:prstGeom>
          <a:noFill/>
        </p:spPr>
        <p:txBody>
          <a:bodyPr wrap="square" rtlCol="0">
            <a:noAutofit/>
          </a:bodyPr>
          <a:p>
            <a:pPr algn="l">
              <a:lnSpc>
                <a:spcPct val="100000"/>
              </a:lnSpc>
              <a:spcBef>
                <a:spcPts val="0"/>
              </a:spcBef>
              <a:spcAft>
                <a:spcPts val="0"/>
              </a:spcAft>
            </a:pPr>
            <a:r>
              <a:rPr lang="en-US" altLang="zh-CN">
                <a:solidFill>
                  <a:schemeClr val="tx1">
                    <a:lumMod val="65000"/>
                    <a:lumOff val="35000"/>
                  </a:schemeClr>
                </a:solidFill>
                <a:latin typeface="微软雅黑" panose="020B0503020204020204" charset="-122"/>
                <a:ea typeface="微软雅黑" panose="020B0503020204020204" charset="-122"/>
                <a:sym typeface="+mn-ea"/>
              </a:rPr>
              <a:t>////////////////////////////////////////////////////////////////////////</a:t>
            </a:r>
            <a:r>
              <a:rPr lang="zh-CN" altLang="en-US">
                <a:solidFill>
                  <a:schemeClr val="tx1">
                    <a:lumMod val="65000"/>
                    <a:lumOff val="35000"/>
                  </a:schemeClr>
                </a:solidFill>
                <a:latin typeface="微软雅黑" panose="020B0503020204020204" charset="-122"/>
                <a:ea typeface="微软雅黑" panose="020B0503020204020204" charset="-122"/>
                <a:sym typeface="+mn-ea"/>
              </a:rPr>
              <a:t>。</a:t>
            </a:r>
            <a:endParaRPr lang="zh-CN" altLang="en-US">
              <a:solidFill>
                <a:schemeClr val="tx1">
                  <a:lumMod val="65000"/>
                  <a:lumOff val="35000"/>
                </a:schemeClr>
              </a:solidFill>
              <a:latin typeface="微软雅黑" panose="020B0503020204020204" charset="-122"/>
              <a:ea typeface="微软雅黑" panose="020B0503020204020204" charset="-122"/>
              <a:sym typeface="+mn-ea"/>
            </a:endParaRPr>
          </a:p>
        </p:txBody>
      </p:sp>
      <p:sp>
        <p:nvSpPr>
          <p:cNvPr id="8" name="文本框 7"/>
          <p:cNvSpPr txBox="1"/>
          <p:nvPr/>
        </p:nvSpPr>
        <p:spPr>
          <a:xfrm>
            <a:off x="484505" y="398780"/>
            <a:ext cx="3243580" cy="759460"/>
          </a:xfrm>
          <a:prstGeom prst="rect">
            <a:avLst/>
          </a:prstGeom>
          <a:noFill/>
        </p:spPr>
        <p:txBody>
          <a:bodyPr wrap="square" rtlCol="0">
            <a:noAutofit/>
          </a:bodyPr>
          <a:p>
            <a:pPr>
              <a:lnSpc>
                <a:spcPct val="150000"/>
              </a:lnSpc>
              <a:spcBef>
                <a:spcPts val="0"/>
              </a:spcBef>
              <a:spcAft>
                <a:spcPts val="0"/>
              </a:spcAft>
            </a:pPr>
            <a:r>
              <a:rPr lang="zh-CN" altLang="en-US" sz="1200">
                <a:solidFill>
                  <a:schemeClr val="tx1">
                    <a:lumMod val="65000"/>
                    <a:lumOff val="35000"/>
                  </a:schemeClr>
                </a:solidFill>
                <a:latin typeface="微软雅黑" panose="020B0503020204020204" charset="-122"/>
                <a:ea typeface="微软雅黑" panose="020B0503020204020204" charset="-122"/>
                <a:sym typeface="+mn-ea"/>
              </a:rPr>
              <a:t>第</a:t>
            </a:r>
            <a:r>
              <a:rPr lang="en-US" altLang="zh-CN" sz="1200">
                <a:solidFill>
                  <a:schemeClr val="tx1">
                    <a:lumMod val="65000"/>
                    <a:lumOff val="35000"/>
                  </a:schemeClr>
                </a:solidFill>
                <a:latin typeface="微软雅黑" panose="020B0503020204020204" charset="-122"/>
                <a:ea typeface="微软雅黑" panose="020B0503020204020204" charset="-122"/>
                <a:sym typeface="+mn-ea"/>
              </a:rPr>
              <a:t>/</a:t>
            </a:r>
            <a:r>
              <a:rPr lang="zh-CN" altLang="en-US" sz="1200">
                <a:solidFill>
                  <a:schemeClr val="tx1">
                    <a:lumMod val="65000"/>
                    <a:lumOff val="35000"/>
                  </a:schemeClr>
                </a:solidFill>
                <a:latin typeface="微软雅黑" panose="020B0503020204020204" charset="-122"/>
                <a:ea typeface="微软雅黑" panose="020B0503020204020204" charset="-122"/>
                <a:sym typeface="+mn-ea"/>
              </a:rPr>
              <a:t>章：</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50000"/>
              </a:lnSpc>
              <a:spcBef>
                <a:spcPts val="0"/>
              </a:spcBef>
              <a:spcAft>
                <a:spcPts val="0"/>
              </a:spcAft>
            </a:pPr>
            <a:r>
              <a:rPr lang="zh-CN" altLang="en-US"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节：</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484505" y="398780"/>
            <a:ext cx="3243580" cy="759460"/>
          </a:xfrm>
          <a:prstGeom prst="rect">
            <a:avLst/>
          </a:prstGeom>
          <a:noFill/>
        </p:spPr>
        <p:txBody>
          <a:bodyPr wrap="square" rtlCol="0">
            <a:noAutofit/>
          </a:bodyPr>
          <a:p>
            <a:pPr>
              <a:lnSpc>
                <a:spcPct val="150000"/>
              </a:lnSpc>
              <a:spcBef>
                <a:spcPts val="0"/>
              </a:spcBef>
              <a:spcAft>
                <a:spcPts val="0"/>
              </a:spcAft>
            </a:pPr>
            <a:r>
              <a:rPr lang="zh-CN" altLang="en-US" sz="1200">
                <a:solidFill>
                  <a:schemeClr val="tx1">
                    <a:lumMod val="65000"/>
                    <a:lumOff val="35000"/>
                  </a:schemeClr>
                </a:solidFill>
                <a:latin typeface="微软雅黑" panose="020B0503020204020204" charset="-122"/>
                <a:ea typeface="微软雅黑" panose="020B0503020204020204" charset="-122"/>
                <a:sym typeface="+mn-ea"/>
              </a:rPr>
              <a:t>第</a:t>
            </a:r>
            <a:r>
              <a:rPr lang="en-US" altLang="zh-CN" sz="1200">
                <a:solidFill>
                  <a:schemeClr val="tx1">
                    <a:lumMod val="65000"/>
                    <a:lumOff val="35000"/>
                  </a:schemeClr>
                </a:solidFill>
                <a:latin typeface="微软雅黑" panose="020B0503020204020204" charset="-122"/>
                <a:ea typeface="微软雅黑" panose="020B0503020204020204" charset="-122"/>
                <a:sym typeface="+mn-ea"/>
              </a:rPr>
              <a:t>/</a:t>
            </a:r>
            <a:r>
              <a:rPr lang="zh-CN" altLang="en-US" sz="1200">
                <a:solidFill>
                  <a:schemeClr val="tx1">
                    <a:lumMod val="65000"/>
                    <a:lumOff val="35000"/>
                  </a:schemeClr>
                </a:solidFill>
                <a:latin typeface="微软雅黑" panose="020B0503020204020204" charset="-122"/>
                <a:ea typeface="微软雅黑" panose="020B0503020204020204" charset="-122"/>
                <a:sym typeface="+mn-ea"/>
              </a:rPr>
              <a:t>章：</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50000"/>
              </a:lnSpc>
              <a:spcBef>
                <a:spcPts val="0"/>
              </a:spcBef>
              <a:spcAft>
                <a:spcPts val="0"/>
              </a:spcAft>
            </a:pPr>
            <a:r>
              <a:rPr lang="zh-CN" altLang="en-US"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节：</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custDataLst>
              <p:tags r:id="rId1"/>
            </p:custDataLst>
          </p:nvPr>
        </p:nvSpPr>
        <p:spPr>
          <a:xfrm>
            <a:off x="859790" y="1840865"/>
            <a:ext cx="5020310" cy="3333115"/>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custDataLst>
              <p:tags r:id="rId2"/>
            </p:custDataLst>
          </p:nvPr>
        </p:nvSpPr>
        <p:spPr>
          <a:xfrm>
            <a:off x="2988945" y="3406140"/>
            <a:ext cx="762000" cy="368300"/>
          </a:xfrm>
          <a:prstGeom prst="rect">
            <a:avLst/>
          </a:prstGeom>
          <a:noFill/>
        </p:spPr>
        <p:txBody>
          <a:bodyPr wrap="square" rtlCol="0">
            <a:spAutoFit/>
          </a:bodyPr>
          <a:p>
            <a:pPr algn="ctr"/>
            <a:r>
              <a:rPr lang="zh-CN" altLang="en-US">
                <a:solidFill>
                  <a:schemeClr val="bg1">
                    <a:lumMod val="75000"/>
                  </a:schemeClr>
                </a:solidFill>
              </a:rPr>
              <a:t>图片</a:t>
            </a:r>
            <a:endParaRPr lang="zh-CN" altLang="en-US">
              <a:solidFill>
                <a:schemeClr val="bg1">
                  <a:lumMod val="75000"/>
                </a:schemeClr>
              </a:solidFill>
            </a:endParaRPr>
          </a:p>
        </p:txBody>
      </p:sp>
      <p:sp>
        <p:nvSpPr>
          <p:cNvPr id="5" name="文本框 4"/>
          <p:cNvSpPr txBox="1"/>
          <p:nvPr>
            <p:custDataLst>
              <p:tags r:id="rId3"/>
            </p:custDataLst>
          </p:nvPr>
        </p:nvSpPr>
        <p:spPr>
          <a:xfrm>
            <a:off x="859155" y="5417185"/>
            <a:ext cx="5020945" cy="835025"/>
          </a:xfrm>
          <a:prstGeom prst="rect">
            <a:avLst/>
          </a:prstGeom>
          <a:noFill/>
        </p:spPr>
        <p:txBody>
          <a:bodyPr wrap="square" rtlCol="0">
            <a:noAutofit/>
          </a:bodyPr>
          <a:p>
            <a:pPr algn="ctr">
              <a:lnSpc>
                <a:spcPct val="100000"/>
              </a:lnSpc>
              <a:spcBef>
                <a:spcPts val="0"/>
              </a:spcBef>
              <a:spcAft>
                <a:spcPts val="0"/>
              </a:spcAft>
            </a:pPr>
            <a:r>
              <a:rPr lang="en-US" altLang="zh-CN">
                <a:solidFill>
                  <a:schemeClr val="tx1">
                    <a:lumMod val="65000"/>
                    <a:lumOff val="35000"/>
                  </a:schemeClr>
                </a:solidFill>
                <a:latin typeface="微软雅黑" panose="020B0503020204020204" charset="-122"/>
                <a:ea typeface="微软雅黑" panose="020B0503020204020204" charset="-122"/>
                <a:sym typeface="+mn-ea"/>
              </a:rPr>
              <a:t>/////////////////</a:t>
            </a:r>
            <a:endParaRPr lang="en-US" altLang="zh-CN">
              <a:solidFill>
                <a:schemeClr val="tx1">
                  <a:lumMod val="65000"/>
                  <a:lumOff val="35000"/>
                </a:schemeClr>
              </a:solidFill>
              <a:latin typeface="微软雅黑" panose="020B0503020204020204" charset="-122"/>
              <a:ea typeface="微软雅黑" panose="020B0503020204020204" charset="-122"/>
              <a:sym typeface="+mn-ea"/>
            </a:endParaRPr>
          </a:p>
        </p:txBody>
      </p:sp>
      <p:sp>
        <p:nvSpPr>
          <p:cNvPr id="13" name="矩形 12"/>
          <p:cNvSpPr/>
          <p:nvPr>
            <p:custDataLst>
              <p:tags r:id="rId4"/>
            </p:custDataLst>
          </p:nvPr>
        </p:nvSpPr>
        <p:spPr>
          <a:xfrm>
            <a:off x="6233160" y="1840865"/>
            <a:ext cx="5020310" cy="3333115"/>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custDataLst>
              <p:tags r:id="rId5"/>
            </p:custDataLst>
          </p:nvPr>
        </p:nvSpPr>
        <p:spPr>
          <a:xfrm>
            <a:off x="8362315" y="3406140"/>
            <a:ext cx="762000" cy="368300"/>
          </a:xfrm>
          <a:prstGeom prst="rect">
            <a:avLst/>
          </a:prstGeom>
          <a:noFill/>
        </p:spPr>
        <p:txBody>
          <a:bodyPr wrap="square" rtlCol="0">
            <a:spAutoFit/>
          </a:bodyPr>
          <a:p>
            <a:pPr algn="ctr"/>
            <a:r>
              <a:rPr lang="zh-CN" altLang="en-US">
                <a:solidFill>
                  <a:schemeClr val="bg1">
                    <a:lumMod val="75000"/>
                  </a:schemeClr>
                </a:solidFill>
              </a:rPr>
              <a:t>图片</a:t>
            </a:r>
            <a:endParaRPr lang="zh-CN" altLang="en-US">
              <a:solidFill>
                <a:schemeClr val="bg1">
                  <a:lumMod val="75000"/>
                </a:schemeClr>
              </a:solidFill>
            </a:endParaRPr>
          </a:p>
        </p:txBody>
      </p:sp>
      <p:sp>
        <p:nvSpPr>
          <p:cNvPr id="15" name="文本框 14"/>
          <p:cNvSpPr txBox="1"/>
          <p:nvPr>
            <p:custDataLst>
              <p:tags r:id="rId6"/>
            </p:custDataLst>
          </p:nvPr>
        </p:nvSpPr>
        <p:spPr>
          <a:xfrm>
            <a:off x="6232525" y="5417185"/>
            <a:ext cx="5020945" cy="835025"/>
          </a:xfrm>
          <a:prstGeom prst="rect">
            <a:avLst/>
          </a:prstGeom>
          <a:noFill/>
        </p:spPr>
        <p:txBody>
          <a:bodyPr wrap="square" rtlCol="0">
            <a:noAutofit/>
          </a:bodyPr>
          <a:p>
            <a:pPr algn="ctr">
              <a:lnSpc>
                <a:spcPct val="100000"/>
              </a:lnSpc>
              <a:spcBef>
                <a:spcPts val="0"/>
              </a:spcBef>
              <a:spcAft>
                <a:spcPts val="0"/>
              </a:spcAft>
            </a:pPr>
            <a:r>
              <a:rPr lang="en-US" altLang="zh-CN">
                <a:solidFill>
                  <a:schemeClr val="tx1">
                    <a:lumMod val="65000"/>
                    <a:lumOff val="35000"/>
                  </a:schemeClr>
                </a:solidFill>
                <a:latin typeface="微软雅黑" panose="020B0503020204020204" charset="-122"/>
                <a:ea typeface="微软雅黑" panose="020B0503020204020204" charset="-122"/>
                <a:sym typeface="+mn-ea"/>
              </a:rPr>
              <a:t>/////////////////</a:t>
            </a:r>
            <a:endParaRPr lang="en-US" altLang="zh-CN">
              <a:solidFill>
                <a:schemeClr val="tx1">
                  <a:lumMod val="65000"/>
                  <a:lumOff val="35000"/>
                </a:schemeClr>
              </a:solidFill>
              <a:latin typeface="微软雅黑" panose="020B0503020204020204" charset="-122"/>
              <a:ea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PPT模版-15"/>
          <p:cNvPicPr>
            <a:picLocks noChangeAspect="1"/>
          </p:cNvPicPr>
          <p:nvPr/>
        </p:nvPicPr>
        <p:blipFill>
          <a:blip r:embed="rId1"/>
          <a:stretch>
            <a:fillRect/>
          </a:stretch>
        </p:blipFill>
        <p:spPr>
          <a:xfrm>
            <a:off x="0" y="0"/>
            <a:ext cx="12192000" cy="6858000"/>
          </a:xfrm>
          <a:prstGeom prst="rect">
            <a:avLst/>
          </a:prstGeom>
        </p:spPr>
      </p:pic>
      <p:sp>
        <p:nvSpPr>
          <p:cNvPr id="6" name="文本框 5"/>
          <p:cNvSpPr txBox="1"/>
          <p:nvPr/>
        </p:nvSpPr>
        <p:spPr>
          <a:xfrm>
            <a:off x="801370" y="946150"/>
            <a:ext cx="7971790" cy="622300"/>
          </a:xfrm>
          <a:prstGeom prst="rect">
            <a:avLst/>
          </a:prstGeom>
          <a:noFill/>
        </p:spPr>
        <p:txBody>
          <a:bodyPr wrap="square" rtlCol="0">
            <a:noAutofit/>
          </a:bodyPr>
          <a:p>
            <a:pPr>
              <a:lnSpc>
                <a:spcPct val="100000"/>
              </a:lnSpc>
              <a:spcBef>
                <a:spcPts val="0"/>
              </a:spcBef>
              <a:spcAft>
                <a:spcPts val="0"/>
              </a:spcAft>
            </a:pPr>
            <a:r>
              <a:rPr lang="zh-CN" altLang="en-US" sz="2400">
                <a:solidFill>
                  <a:schemeClr val="bg1">
                    <a:lumMod val="50000"/>
                  </a:schemeClr>
                </a:solidFill>
                <a:latin typeface="微软雅黑" panose="020B0503020204020204" charset="-122"/>
                <a:ea typeface="微软雅黑" panose="020B0503020204020204" charset="-122"/>
              </a:rPr>
              <a:t>本节课知识点回顾</a:t>
            </a:r>
            <a:endParaRPr lang="zh-CN" altLang="en-US" sz="2400">
              <a:solidFill>
                <a:schemeClr val="bg1">
                  <a:lumMod val="50000"/>
                </a:schemeClr>
              </a:solidFill>
              <a:latin typeface="微软雅黑" panose="020B0503020204020204" charset="-122"/>
              <a:ea typeface="微软雅黑" panose="020B0503020204020204" charset="-122"/>
              <a:sym typeface="+mn-ea"/>
            </a:endParaRPr>
          </a:p>
        </p:txBody>
      </p:sp>
      <p:sp>
        <p:nvSpPr>
          <p:cNvPr id="7" name="文本框 6"/>
          <p:cNvSpPr txBox="1"/>
          <p:nvPr/>
        </p:nvSpPr>
        <p:spPr>
          <a:xfrm>
            <a:off x="3670300" y="2224405"/>
            <a:ext cx="7912100" cy="3342640"/>
          </a:xfrm>
          <a:prstGeom prst="rect">
            <a:avLst/>
          </a:prstGeom>
          <a:noFill/>
        </p:spPr>
        <p:txBody>
          <a:bodyPr wrap="square" rtlCol="0">
            <a:noAutofit/>
          </a:bodyPr>
          <a:p>
            <a:pPr>
              <a:lnSpc>
                <a:spcPct val="115000"/>
              </a:lnSpc>
              <a:spcBef>
                <a:spcPts val="0"/>
              </a:spcBef>
              <a:spcAft>
                <a:spcPts val="0"/>
              </a:spcAft>
            </a:pPr>
            <a:r>
              <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知识点</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1</a:t>
            </a:r>
            <a:r>
              <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知识点知识点</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知识点知识点知识点知识点知识点知识点知识点知识点知识点知识点知识点知识点知识点。</a:t>
            </a: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15000"/>
              </a:lnSpc>
              <a:spcBef>
                <a:spcPts val="0"/>
              </a:spcBef>
              <a:spcAft>
                <a:spcPts val="0"/>
              </a:spcAft>
            </a:pP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15000"/>
              </a:lnSpc>
              <a:spcBef>
                <a:spcPts val="0"/>
              </a:spcBef>
              <a:spcAft>
                <a:spcPts val="0"/>
              </a:spcAft>
            </a:pPr>
            <a:r>
              <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知识点</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2</a:t>
            </a:r>
            <a:r>
              <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知识点知识点知识点知识点知识点知识点知识点知识点知识点知识点知识点知识点知识点知识点知识点。</a:t>
            </a: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endParaRPr lang="zh-CN" altLang="en-US" sz="2000">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endParaRPr lang="zh-CN" altLang="en-US" sz="20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PPT模版-15"/>
          <p:cNvPicPr>
            <a:picLocks noChangeAspect="1"/>
          </p:cNvPicPr>
          <p:nvPr/>
        </p:nvPicPr>
        <p:blipFill>
          <a:blip r:embed="rId1"/>
          <a:stretch>
            <a:fillRect/>
          </a:stretch>
        </p:blipFill>
        <p:spPr>
          <a:xfrm>
            <a:off x="0" y="0"/>
            <a:ext cx="12192000" cy="6858000"/>
          </a:xfrm>
          <a:prstGeom prst="rect">
            <a:avLst/>
          </a:prstGeom>
        </p:spPr>
      </p:pic>
      <p:sp>
        <p:nvSpPr>
          <p:cNvPr id="6" name="文本框 5"/>
          <p:cNvSpPr txBox="1"/>
          <p:nvPr/>
        </p:nvSpPr>
        <p:spPr>
          <a:xfrm>
            <a:off x="801370" y="946150"/>
            <a:ext cx="7971790" cy="622300"/>
          </a:xfrm>
          <a:prstGeom prst="rect">
            <a:avLst/>
          </a:prstGeom>
          <a:noFill/>
        </p:spPr>
        <p:txBody>
          <a:bodyPr wrap="square" rtlCol="0">
            <a:noAutofit/>
          </a:bodyPr>
          <a:p>
            <a:pPr>
              <a:lnSpc>
                <a:spcPct val="100000"/>
              </a:lnSpc>
              <a:spcBef>
                <a:spcPts val="0"/>
              </a:spcBef>
              <a:spcAft>
                <a:spcPts val="0"/>
              </a:spcAft>
            </a:pPr>
            <a:r>
              <a:rPr lang="zh-CN" altLang="en-US" sz="2400">
                <a:solidFill>
                  <a:schemeClr val="bg1">
                    <a:lumMod val="50000"/>
                  </a:schemeClr>
                </a:solidFill>
                <a:latin typeface="微软雅黑" panose="020B0503020204020204" charset="-122"/>
                <a:ea typeface="微软雅黑" panose="020B0503020204020204" charset="-122"/>
                <a:sym typeface="+mn-ea"/>
              </a:rPr>
              <a:t>本节课授课内容引用</a:t>
            </a:r>
            <a:endParaRPr lang="zh-CN" altLang="en-US" sz="2400">
              <a:solidFill>
                <a:schemeClr val="bg1">
                  <a:lumMod val="50000"/>
                </a:schemeClr>
              </a:solidFill>
              <a:latin typeface="微软雅黑" panose="020B0503020204020204" charset="-122"/>
              <a:ea typeface="微软雅黑" panose="020B0503020204020204" charset="-122"/>
              <a:sym typeface="+mn-ea"/>
            </a:endParaRPr>
          </a:p>
        </p:txBody>
      </p:sp>
      <p:sp>
        <p:nvSpPr>
          <p:cNvPr id="5" name="文本框 4"/>
          <p:cNvSpPr txBox="1"/>
          <p:nvPr/>
        </p:nvSpPr>
        <p:spPr>
          <a:xfrm>
            <a:off x="3670300" y="2125345"/>
            <a:ext cx="8260080" cy="4066540"/>
          </a:xfrm>
          <a:prstGeom prst="rect">
            <a:avLst/>
          </a:prstGeom>
          <a:noFill/>
        </p:spPr>
        <p:txBody>
          <a:bodyPr wrap="square" rtlCol="0">
            <a:noAutofit/>
          </a:bodyPr>
          <a:p>
            <a:pPr>
              <a:lnSpc>
                <a:spcPct val="115000"/>
              </a:lnSpc>
              <a:spcBef>
                <a:spcPts val="0"/>
              </a:spcBef>
              <a:spcAft>
                <a:spcPts val="0"/>
              </a:spcAft>
            </a:pPr>
            <a:r>
              <a:rPr lang="zh-CN" sz="24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文献</a:t>
            </a:r>
            <a:r>
              <a:rPr lang="zh-CN" altLang="en-US" sz="24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1.//////////////////////////////////////////////////</a:t>
            </a:r>
            <a:endPar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15000"/>
              </a:lnSpc>
              <a:spcBef>
                <a:spcPts val="0"/>
              </a:spcBef>
              <a:spcAft>
                <a:spcPts val="0"/>
              </a:spcAft>
            </a:pP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2./////////////////////////////////////</a:t>
            </a: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15000"/>
              </a:lnSpc>
              <a:spcBef>
                <a:spcPts val="0"/>
              </a:spcBef>
              <a:spcAft>
                <a:spcPts val="0"/>
              </a:spcAft>
            </a:pP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zh-CN" altLang="en-US" sz="24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书籍：</a:t>
            </a: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1.//////////</a:t>
            </a: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15000"/>
              </a:lnSpc>
              <a:spcBef>
                <a:spcPts val="0"/>
              </a:spcBef>
              <a:spcAft>
                <a:spcPts val="0"/>
              </a:spcAft>
            </a:pP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zh-CN" sz="24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网址</a:t>
            </a:r>
            <a:r>
              <a:rPr lang="zh-CN" altLang="en-US" sz="24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1./////////////////////</a:t>
            </a: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15000"/>
              </a:lnSpc>
              <a:spcBef>
                <a:spcPts val="0"/>
              </a:spcBef>
              <a:spcAft>
                <a:spcPts val="0"/>
              </a:spcAft>
            </a:pP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2.//////////////////////////////////////</a:t>
            </a:r>
            <a:endParaRPr lang="zh-CN" altLang="en-US"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endParaRPr lang="zh-CN" altLang="en-US"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PPT模版-15"/>
          <p:cNvPicPr>
            <a:picLocks noChangeAspect="1"/>
          </p:cNvPicPr>
          <p:nvPr/>
        </p:nvPicPr>
        <p:blipFill>
          <a:blip r:embed="rId1"/>
          <a:stretch>
            <a:fillRect/>
          </a:stretch>
        </p:blipFill>
        <p:spPr>
          <a:xfrm>
            <a:off x="0" y="0"/>
            <a:ext cx="12192000" cy="6858000"/>
          </a:xfrm>
          <a:prstGeom prst="rect">
            <a:avLst/>
          </a:prstGeom>
        </p:spPr>
      </p:pic>
      <p:sp>
        <p:nvSpPr>
          <p:cNvPr id="6" name="文本框 5"/>
          <p:cNvSpPr txBox="1"/>
          <p:nvPr/>
        </p:nvSpPr>
        <p:spPr>
          <a:xfrm>
            <a:off x="801370" y="946150"/>
            <a:ext cx="7971790" cy="622300"/>
          </a:xfrm>
          <a:prstGeom prst="rect">
            <a:avLst/>
          </a:prstGeom>
          <a:noFill/>
        </p:spPr>
        <p:txBody>
          <a:bodyPr wrap="square" rtlCol="0">
            <a:noAutofit/>
          </a:bodyPr>
          <a:p>
            <a:pPr>
              <a:lnSpc>
                <a:spcPct val="100000"/>
              </a:lnSpc>
              <a:spcBef>
                <a:spcPts val="0"/>
              </a:spcBef>
              <a:spcAft>
                <a:spcPts val="0"/>
              </a:spcAft>
            </a:pPr>
            <a:r>
              <a:rPr lang="zh-CN" altLang="en-US" sz="2400">
                <a:solidFill>
                  <a:schemeClr val="bg1">
                    <a:lumMod val="50000"/>
                  </a:schemeClr>
                </a:solidFill>
                <a:latin typeface="微软雅黑" panose="020B0503020204020204" charset="-122"/>
                <a:ea typeface="微软雅黑" panose="020B0503020204020204" charset="-122"/>
                <a:sym typeface="+mn-ea"/>
              </a:rPr>
              <a:t>课后拓展</a:t>
            </a:r>
            <a:endParaRPr lang="zh-CN" altLang="en-US" sz="2400">
              <a:solidFill>
                <a:schemeClr val="bg1">
                  <a:lumMod val="50000"/>
                </a:schemeClr>
              </a:solidFill>
              <a:latin typeface="微软雅黑" panose="020B0503020204020204" charset="-122"/>
              <a:ea typeface="微软雅黑" panose="020B0503020204020204" charset="-122"/>
              <a:sym typeface="+mn-ea"/>
            </a:endParaRPr>
          </a:p>
        </p:txBody>
      </p:sp>
      <p:sp>
        <p:nvSpPr>
          <p:cNvPr id="7" name="文本框 6"/>
          <p:cNvSpPr txBox="1"/>
          <p:nvPr/>
        </p:nvSpPr>
        <p:spPr>
          <a:xfrm>
            <a:off x="2110105" y="3124835"/>
            <a:ext cx="7971790" cy="622300"/>
          </a:xfrm>
          <a:prstGeom prst="rect">
            <a:avLst/>
          </a:prstGeom>
          <a:noFill/>
        </p:spPr>
        <p:txBody>
          <a:bodyPr wrap="square" rtlCol="0">
            <a:noAutofit/>
          </a:bodyPr>
          <a:p>
            <a:pPr algn="ctr">
              <a:lnSpc>
                <a:spcPct val="100000"/>
              </a:lnSpc>
              <a:spcBef>
                <a:spcPts val="0"/>
              </a:spcBef>
              <a:spcAft>
                <a:spcPts val="0"/>
              </a:spcAft>
            </a:pPr>
            <a:r>
              <a:rPr lang="zh-CN" altLang="en-US">
                <a:solidFill>
                  <a:schemeClr val="bg1">
                    <a:lumMod val="50000"/>
                  </a:schemeClr>
                </a:solidFill>
                <a:latin typeface="微软雅黑" panose="020B0503020204020204" charset="-122"/>
                <a:ea typeface="微软雅黑" panose="020B0503020204020204" charset="-122"/>
                <a:sym typeface="+mn-ea"/>
              </a:rPr>
              <a:t>（本页内容为：必读</a:t>
            </a:r>
            <a:r>
              <a:rPr lang="en-US" altLang="zh-CN">
                <a:solidFill>
                  <a:schemeClr val="bg1">
                    <a:lumMod val="50000"/>
                  </a:schemeClr>
                </a:solidFill>
                <a:latin typeface="微软雅黑" panose="020B0503020204020204" charset="-122"/>
                <a:ea typeface="微软雅黑" panose="020B0503020204020204" charset="-122"/>
                <a:sym typeface="+mn-ea"/>
              </a:rPr>
              <a:t>/</a:t>
            </a:r>
            <a:r>
              <a:rPr lang="zh-CN" altLang="en-US">
                <a:solidFill>
                  <a:schemeClr val="bg1">
                    <a:lumMod val="50000"/>
                  </a:schemeClr>
                </a:solidFill>
                <a:latin typeface="微软雅黑" panose="020B0503020204020204" charset="-122"/>
                <a:ea typeface="微软雅黑" panose="020B0503020204020204" charset="-122"/>
                <a:sym typeface="+mn-ea"/>
              </a:rPr>
              <a:t>选读书目与论文，推荐参观的展览、浏览的网站、观看的纪录片、关注的设计平台等。）</a:t>
            </a:r>
            <a:endParaRPr lang="zh-CN" altLang="en-US">
              <a:solidFill>
                <a:schemeClr val="bg1">
                  <a:lumMod val="50000"/>
                </a:schemeClr>
              </a:solidFill>
              <a:latin typeface="微软雅黑" panose="020B0503020204020204" charset="-122"/>
              <a:ea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PPT模版-15"/>
          <p:cNvPicPr>
            <a:picLocks noChangeAspect="1"/>
          </p:cNvPicPr>
          <p:nvPr/>
        </p:nvPicPr>
        <p:blipFill>
          <a:blip r:embed="rId1"/>
          <a:stretch>
            <a:fillRect/>
          </a:stretch>
        </p:blipFill>
        <p:spPr>
          <a:xfrm>
            <a:off x="0" y="0"/>
            <a:ext cx="12192000" cy="6858000"/>
          </a:xfrm>
          <a:prstGeom prst="rect">
            <a:avLst/>
          </a:prstGeom>
        </p:spPr>
      </p:pic>
      <p:sp>
        <p:nvSpPr>
          <p:cNvPr id="6" name="文本框 5"/>
          <p:cNvSpPr txBox="1"/>
          <p:nvPr/>
        </p:nvSpPr>
        <p:spPr>
          <a:xfrm>
            <a:off x="801370" y="946150"/>
            <a:ext cx="7971790" cy="622300"/>
          </a:xfrm>
          <a:prstGeom prst="rect">
            <a:avLst/>
          </a:prstGeom>
          <a:noFill/>
        </p:spPr>
        <p:txBody>
          <a:bodyPr wrap="square" rtlCol="0">
            <a:noAutofit/>
          </a:bodyPr>
          <a:p>
            <a:pPr>
              <a:lnSpc>
                <a:spcPct val="100000"/>
              </a:lnSpc>
              <a:spcBef>
                <a:spcPts val="0"/>
              </a:spcBef>
              <a:spcAft>
                <a:spcPts val="0"/>
              </a:spcAft>
            </a:pPr>
            <a:r>
              <a:rPr lang="zh-CN" altLang="en-US" sz="2400">
                <a:solidFill>
                  <a:schemeClr val="bg1">
                    <a:lumMod val="50000"/>
                  </a:schemeClr>
                </a:solidFill>
                <a:latin typeface="微软雅黑" panose="020B0503020204020204" charset="-122"/>
                <a:ea typeface="微软雅黑" panose="020B0503020204020204" charset="-122"/>
                <a:sym typeface="+mn-ea"/>
              </a:rPr>
              <a:t>作业要求</a:t>
            </a:r>
            <a:endParaRPr lang="zh-CN" altLang="en-US" sz="2400">
              <a:solidFill>
                <a:schemeClr val="bg1">
                  <a:lumMod val="50000"/>
                </a:schemeClr>
              </a:solidFill>
              <a:latin typeface="微软雅黑" panose="020B0503020204020204" charset="-122"/>
              <a:ea typeface="微软雅黑" panose="020B0503020204020204" charset="-122"/>
              <a:sym typeface="+mn-ea"/>
            </a:endParaRPr>
          </a:p>
        </p:txBody>
      </p:sp>
      <p:sp>
        <p:nvSpPr>
          <p:cNvPr id="7" name="文本框 6"/>
          <p:cNvSpPr txBox="1"/>
          <p:nvPr/>
        </p:nvSpPr>
        <p:spPr>
          <a:xfrm>
            <a:off x="3367405" y="1873250"/>
            <a:ext cx="7898130" cy="4841875"/>
          </a:xfrm>
          <a:prstGeom prst="rect">
            <a:avLst/>
          </a:prstGeom>
          <a:noFill/>
        </p:spPr>
        <p:txBody>
          <a:bodyPr wrap="square" rtlCol="0">
            <a:noAutofit/>
          </a:bodyPr>
          <a:p>
            <a:pPr algn="l">
              <a:lnSpc>
                <a:spcPct val="125000"/>
              </a:lnSpc>
              <a:spcBef>
                <a:spcPts val="0"/>
              </a:spcBef>
              <a:spcAft>
                <a:spcPts val="0"/>
              </a:spcAft>
            </a:pPr>
            <a:r>
              <a:rPr lang="zh-CN" sz="1700" b="1">
                <a:solidFill>
                  <a:schemeClr val="tx1">
                    <a:lumMod val="65000"/>
                    <a:lumOff val="35000"/>
                  </a:schemeClr>
                </a:solidFill>
                <a:latin typeface="微软雅黑" panose="020B0503020204020204" charset="-122"/>
                <a:ea typeface="微软雅黑" panose="020B0503020204020204" charset="-122"/>
                <a:sym typeface="+mn-ea"/>
              </a:rPr>
              <a:t>作业内容：</a:t>
            </a:r>
            <a:endParaRPr lang="zh-CN" sz="1700" b="1">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25000"/>
              </a:lnSpc>
              <a:spcBef>
                <a:spcPts val="0"/>
              </a:spcBef>
              <a:spcAft>
                <a:spcPts val="0"/>
              </a:spcAft>
            </a:pPr>
            <a:r>
              <a:rPr lang="zh-CN" sz="1600">
                <a:solidFill>
                  <a:schemeClr val="tx1">
                    <a:lumMod val="65000"/>
                    <a:lumOff val="35000"/>
                  </a:schemeClr>
                </a:solidFill>
                <a:latin typeface="微软雅黑" panose="020B0503020204020204" charset="-122"/>
                <a:ea typeface="微软雅黑" panose="020B0503020204020204" charset="-122"/>
                <a:sym typeface="+mn-ea"/>
              </a:rPr>
              <a:t>作业内容作业内容作业内容作业内容作业内容作业内容作业内容作业内容作业内容作业内容作业内容作业内容作业内容作业内容作业内容作业内容作业内容作业内容作业内容作业内容作业内容作业内容作业内容作业内容作业内容作业内容作业内容作业内容作业内容。</a:t>
            </a:r>
            <a:endParaRPr lang="zh-CN" sz="1600">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25000"/>
              </a:lnSpc>
              <a:spcBef>
                <a:spcPts val="0"/>
              </a:spcBef>
              <a:spcAft>
                <a:spcPts val="0"/>
              </a:spcAft>
            </a:pPr>
            <a:endParaRPr lang="zh-CN" sz="1600">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25000"/>
              </a:lnSpc>
              <a:spcBef>
                <a:spcPts val="0"/>
              </a:spcBef>
              <a:spcAft>
                <a:spcPts val="0"/>
              </a:spcAft>
            </a:pPr>
            <a:r>
              <a:rPr lang="zh-CN" sz="1600" b="1">
                <a:solidFill>
                  <a:schemeClr val="tx1">
                    <a:lumMod val="65000"/>
                    <a:lumOff val="35000"/>
                  </a:schemeClr>
                </a:solidFill>
                <a:latin typeface="微软雅黑" panose="020B0503020204020204" charset="-122"/>
                <a:ea typeface="微软雅黑" panose="020B0503020204020204" charset="-122"/>
                <a:sym typeface="+mn-ea"/>
              </a:rPr>
              <a:t>提交要求及提交方式：</a:t>
            </a:r>
            <a:endParaRPr lang="zh-CN" sz="1600" b="1">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25000"/>
              </a:lnSpc>
              <a:spcBef>
                <a:spcPts val="0"/>
              </a:spcBef>
              <a:spcAft>
                <a:spcPts val="0"/>
              </a:spcAft>
            </a:pPr>
            <a:r>
              <a:rPr lang="zh-CN" sz="1600">
                <a:solidFill>
                  <a:schemeClr val="tx1">
                    <a:lumMod val="65000"/>
                    <a:lumOff val="35000"/>
                  </a:schemeClr>
                </a:solidFill>
                <a:latin typeface="微软雅黑" panose="020B0503020204020204" charset="-122"/>
                <a:ea typeface="微软雅黑" panose="020B0503020204020204" charset="-122"/>
                <a:sym typeface="+mn-ea"/>
              </a:rPr>
              <a:t>提交要求及提交方式提交要求及提交方式提交要求及提交方式提交要求及提交方式提交要求及提交方式。</a:t>
            </a:r>
            <a:endParaRPr lang="zh-CN" sz="1600">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25000"/>
              </a:lnSpc>
              <a:spcBef>
                <a:spcPts val="0"/>
              </a:spcBef>
              <a:spcAft>
                <a:spcPts val="0"/>
              </a:spcAft>
            </a:pPr>
            <a:endParaRPr lang="zh-CN" sz="1600">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25000"/>
              </a:lnSpc>
              <a:spcBef>
                <a:spcPts val="0"/>
              </a:spcBef>
              <a:spcAft>
                <a:spcPts val="0"/>
              </a:spcAft>
            </a:pPr>
            <a:r>
              <a:rPr lang="zh-CN" sz="1600" b="1">
                <a:solidFill>
                  <a:schemeClr val="tx1">
                    <a:lumMod val="65000"/>
                    <a:lumOff val="35000"/>
                  </a:schemeClr>
                </a:solidFill>
                <a:latin typeface="微软雅黑" panose="020B0503020204020204" charset="-122"/>
                <a:ea typeface="微软雅黑" panose="020B0503020204020204" charset="-122"/>
                <a:sym typeface="+mn-ea"/>
              </a:rPr>
              <a:t>提交时间：</a:t>
            </a:r>
            <a:endParaRPr lang="zh-CN" sz="1600" b="1">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25000"/>
              </a:lnSpc>
              <a:spcBef>
                <a:spcPts val="0"/>
              </a:spcBef>
              <a:spcAft>
                <a:spcPts val="0"/>
              </a:spcAft>
            </a:pPr>
            <a:r>
              <a:rPr lang="zh-CN" sz="1600">
                <a:solidFill>
                  <a:schemeClr val="tx1">
                    <a:lumMod val="65000"/>
                    <a:lumOff val="35000"/>
                  </a:schemeClr>
                </a:solidFill>
                <a:latin typeface="微软雅黑" panose="020B0503020204020204" charset="-122"/>
                <a:ea typeface="微软雅黑" panose="020B0503020204020204" charset="-122"/>
                <a:sym typeface="+mn-ea"/>
              </a:rPr>
              <a:t>提交时间提交时间提交时间提交时间提交时间。</a:t>
            </a:r>
            <a:endParaRPr lang="zh-CN" sz="1600">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25000"/>
              </a:lnSpc>
              <a:spcBef>
                <a:spcPts val="0"/>
              </a:spcBef>
              <a:spcAft>
                <a:spcPts val="0"/>
              </a:spcAft>
            </a:pPr>
            <a:endParaRPr lang="zh-CN" sz="1600">
              <a:solidFill>
                <a:schemeClr val="tx1">
                  <a:lumMod val="65000"/>
                  <a:lumOff val="35000"/>
                </a:schemeClr>
              </a:solidFill>
              <a:latin typeface="微软雅黑" panose="020B0503020204020204" charset="-122"/>
              <a:ea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PPT模版-14"/>
          <p:cNvPicPr>
            <a:picLocks noChangeAspect="1"/>
          </p:cNvPicPr>
          <p:nvPr/>
        </p:nvPicPr>
        <p:blipFill>
          <a:blip r:embed="rId1"/>
          <a:stretch>
            <a:fillRect/>
          </a:stretch>
        </p:blipFill>
        <p:spPr>
          <a:xfrm>
            <a:off x="0" y="0"/>
            <a:ext cx="12192000" cy="6858000"/>
          </a:xfrm>
          <a:prstGeom prst="rect">
            <a:avLst/>
          </a:prstGeom>
        </p:spPr>
      </p:pic>
      <p:pic>
        <p:nvPicPr>
          <p:cNvPr id="5" name="图片 4" descr="PPT模版-13"/>
          <p:cNvPicPr>
            <a:picLocks noChangeAspect="1"/>
          </p:cNvPicPr>
          <p:nvPr/>
        </p:nvPicPr>
        <p:blipFill>
          <a:blip r:embed="rId2"/>
          <a:stretch>
            <a:fillRect/>
          </a:stretch>
        </p:blipFill>
        <p:spPr>
          <a:xfrm>
            <a:off x="8952230" y="5230495"/>
            <a:ext cx="3239770" cy="1627505"/>
          </a:xfrm>
          <a:prstGeom prst="rect">
            <a:avLst/>
          </a:prstGeom>
        </p:spPr>
      </p:pic>
      <p:sp>
        <p:nvSpPr>
          <p:cNvPr id="18" name="文本框 17"/>
          <p:cNvSpPr txBox="1"/>
          <p:nvPr/>
        </p:nvSpPr>
        <p:spPr>
          <a:xfrm>
            <a:off x="565150" y="800100"/>
            <a:ext cx="11031855" cy="4507865"/>
          </a:xfrm>
          <a:prstGeom prst="rect">
            <a:avLst/>
          </a:prstGeom>
          <a:noFill/>
        </p:spPr>
        <p:txBody>
          <a:bodyPr wrap="square" rtlCol="0">
            <a:noAutofit/>
          </a:bodyPr>
          <a:p>
            <a:pPr>
              <a:lnSpc>
                <a:spcPct val="100000"/>
              </a:lnSpc>
              <a:spcBef>
                <a:spcPts val="0"/>
              </a:spcBef>
              <a:spcAft>
                <a:spcPts val="0"/>
              </a:spcAft>
            </a:pPr>
            <a:r>
              <a:rPr lang="zh-CN" altLang="en-US" sz="6600">
                <a:solidFill>
                  <a:schemeClr val="bg1"/>
                </a:solidFill>
                <a:latin typeface="微软雅黑" panose="020B0503020204020204" charset="-122"/>
                <a:ea typeface="微软雅黑" panose="020B0503020204020204" charset="-122"/>
              </a:rPr>
              <a:t>课程名称课程名称</a:t>
            </a:r>
            <a:r>
              <a:rPr lang="zh-CN" altLang="en-US" sz="6600">
                <a:solidFill>
                  <a:schemeClr val="bg1"/>
                </a:solidFill>
                <a:latin typeface="微软雅黑" panose="020B0503020204020204" charset="-122"/>
                <a:ea typeface="微软雅黑" panose="020B0503020204020204" charset="-122"/>
                <a:sym typeface="+mn-ea"/>
              </a:rPr>
              <a:t>课程名称</a:t>
            </a:r>
            <a:endParaRPr lang="zh-CN" altLang="en-US" sz="66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a:solidFill>
                  <a:schemeClr val="bg1"/>
                </a:solidFill>
                <a:latin typeface="微软雅黑" panose="020B0503020204020204" charset="-122"/>
                <a:ea typeface="微软雅黑" panose="020B0503020204020204" charset="-122"/>
              </a:rPr>
              <a:t>课程编号：</a:t>
            </a:r>
            <a:r>
              <a:rPr lang="en-US" altLang="zh-CN">
                <a:solidFill>
                  <a:schemeClr val="bg1"/>
                </a:solidFill>
                <a:latin typeface="微软雅黑" panose="020B0503020204020204" charset="-122"/>
                <a:ea typeface="微软雅黑" panose="020B0503020204020204" charset="-122"/>
              </a:rPr>
              <a:t>////////////////</a:t>
            </a:r>
            <a:endParaRPr lang="zh-CN" altLang="en-US">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endParaRPr lang="zh-CN" altLang="en-US">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b="1">
                <a:solidFill>
                  <a:schemeClr val="bg1"/>
                </a:solidFill>
                <a:latin typeface="微软雅黑" panose="020B0503020204020204" charset="-122"/>
                <a:ea typeface="微软雅黑" panose="020B0503020204020204" charset="-122"/>
                <a:sym typeface="+mn-ea"/>
              </a:rPr>
              <a:t>主讲教师：姓名名</a:t>
            </a:r>
            <a:endParaRPr lang="zh-CN" altLang="en-US" b="1">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b="1">
                <a:solidFill>
                  <a:schemeClr val="bg1"/>
                </a:solidFill>
                <a:latin typeface="微软雅黑" panose="020B0503020204020204" charset="-122"/>
                <a:ea typeface="微软雅黑" panose="020B0503020204020204" charset="-122"/>
              </a:rPr>
              <a:t>办公邮箱：</a:t>
            </a:r>
            <a:r>
              <a:rPr lang="en-US" altLang="zh-CN" b="1">
                <a:solidFill>
                  <a:schemeClr val="bg1"/>
                </a:solidFill>
                <a:latin typeface="微软雅黑" panose="020B0503020204020204" charset="-122"/>
                <a:ea typeface="微软雅黑" panose="020B0503020204020204" charset="-122"/>
              </a:rPr>
              <a:t>//////////////@//////////</a:t>
            </a:r>
            <a:endParaRPr lang="zh-CN" altLang="en-US" b="1">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b="1">
                <a:solidFill>
                  <a:schemeClr val="bg1"/>
                </a:solidFill>
                <a:latin typeface="微软雅黑" panose="020B0503020204020204" charset="-122"/>
                <a:ea typeface="微软雅黑" panose="020B0503020204020204" charset="-122"/>
              </a:rPr>
              <a:t>办公地点：</a:t>
            </a:r>
            <a:r>
              <a:rPr lang="en-US" b="1">
                <a:solidFill>
                  <a:schemeClr val="bg1"/>
                </a:solidFill>
                <a:latin typeface="微软雅黑" panose="020B0503020204020204" charset="-122"/>
                <a:ea typeface="微软雅黑" panose="020B0503020204020204" charset="-122"/>
              </a:rPr>
              <a:t>////////////////////////////////</a:t>
            </a:r>
            <a:endParaRPr lang="en-US" b="1">
              <a:solidFill>
                <a:schemeClr val="bg1"/>
              </a:solidFill>
              <a:latin typeface="微软雅黑" panose="020B0503020204020204" charset="-122"/>
              <a:ea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PPT模版-14"/>
          <p:cNvPicPr>
            <a:picLocks noChangeAspect="1"/>
          </p:cNvPicPr>
          <p:nvPr/>
        </p:nvPicPr>
        <p:blipFill>
          <a:blip r:embed="rId1"/>
          <a:stretch>
            <a:fillRect/>
          </a:stretch>
        </p:blipFill>
        <p:spPr>
          <a:xfrm>
            <a:off x="0" y="0"/>
            <a:ext cx="12192000" cy="6858000"/>
          </a:xfrm>
          <a:prstGeom prst="rect">
            <a:avLst/>
          </a:prstGeom>
        </p:spPr>
      </p:pic>
      <p:pic>
        <p:nvPicPr>
          <p:cNvPr id="5" name="图片 4" descr="PPT模版-13"/>
          <p:cNvPicPr>
            <a:picLocks noChangeAspect="1"/>
          </p:cNvPicPr>
          <p:nvPr/>
        </p:nvPicPr>
        <p:blipFill>
          <a:blip r:embed="rId2"/>
          <a:stretch>
            <a:fillRect/>
          </a:stretch>
        </p:blipFill>
        <p:spPr>
          <a:xfrm>
            <a:off x="8952230" y="5230495"/>
            <a:ext cx="3239770" cy="1627505"/>
          </a:xfrm>
          <a:prstGeom prst="rect">
            <a:avLst/>
          </a:prstGeom>
        </p:spPr>
      </p:pic>
      <p:sp>
        <p:nvSpPr>
          <p:cNvPr id="18" name="文本框 17"/>
          <p:cNvSpPr txBox="1"/>
          <p:nvPr/>
        </p:nvSpPr>
        <p:spPr>
          <a:xfrm>
            <a:off x="565150" y="800100"/>
            <a:ext cx="11031855" cy="4507865"/>
          </a:xfrm>
          <a:prstGeom prst="rect">
            <a:avLst/>
          </a:prstGeom>
          <a:noFill/>
        </p:spPr>
        <p:txBody>
          <a:bodyPr wrap="square" rtlCol="0">
            <a:noAutofit/>
          </a:bodyPr>
          <a:p>
            <a:pPr>
              <a:lnSpc>
                <a:spcPct val="100000"/>
              </a:lnSpc>
              <a:spcBef>
                <a:spcPts val="0"/>
              </a:spcBef>
              <a:spcAft>
                <a:spcPts val="0"/>
              </a:spcAft>
            </a:pPr>
            <a:r>
              <a:rPr lang="zh-CN" altLang="en-US" sz="6600">
                <a:solidFill>
                  <a:schemeClr val="bg1"/>
                </a:solidFill>
                <a:latin typeface="微软雅黑" panose="020B0503020204020204" charset="-122"/>
                <a:ea typeface="微软雅黑" panose="020B0503020204020204" charset="-122"/>
              </a:rPr>
              <a:t>课程名称课程名称</a:t>
            </a:r>
            <a:r>
              <a:rPr lang="zh-CN" altLang="en-US" sz="6600">
                <a:solidFill>
                  <a:schemeClr val="bg1"/>
                </a:solidFill>
                <a:latin typeface="微软雅黑" panose="020B0503020204020204" charset="-122"/>
                <a:ea typeface="微软雅黑" panose="020B0503020204020204" charset="-122"/>
                <a:sym typeface="+mn-ea"/>
              </a:rPr>
              <a:t>课程名称</a:t>
            </a:r>
            <a:endParaRPr lang="zh-CN" altLang="en-US" sz="66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a:solidFill>
                  <a:schemeClr val="bg1"/>
                </a:solidFill>
                <a:latin typeface="微软雅黑" panose="020B0503020204020204" charset="-122"/>
                <a:ea typeface="微软雅黑" panose="020B0503020204020204" charset="-122"/>
              </a:rPr>
              <a:t>课程编号：</a:t>
            </a:r>
            <a:r>
              <a:rPr lang="en-US" altLang="zh-CN">
                <a:solidFill>
                  <a:schemeClr val="bg1"/>
                </a:solidFill>
                <a:latin typeface="微软雅黑" panose="020B0503020204020204" charset="-122"/>
                <a:ea typeface="微软雅黑" panose="020B0503020204020204" charset="-122"/>
              </a:rPr>
              <a:t>////////////////</a:t>
            </a:r>
            <a:endParaRPr lang="zh-CN" altLang="en-US">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endParaRPr lang="zh-CN" altLang="en-US">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a:solidFill>
                  <a:schemeClr val="bg1"/>
                </a:solidFill>
                <a:latin typeface="微软雅黑" panose="020B0503020204020204" charset="-122"/>
                <a:ea typeface="微软雅黑" panose="020B0503020204020204" charset="-122"/>
                <a:sym typeface="+mn-ea"/>
              </a:rPr>
              <a:t>主讲教师：姓名名</a:t>
            </a:r>
            <a:endParaRPr lang="zh-CN" altLang="en-US">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a:solidFill>
                  <a:schemeClr val="bg1"/>
                </a:solidFill>
                <a:latin typeface="微软雅黑" panose="020B0503020204020204" charset="-122"/>
                <a:ea typeface="微软雅黑" panose="020B0503020204020204" charset="-122"/>
              </a:rPr>
              <a:t>开课单位：广州南方学院设计学院</a:t>
            </a:r>
            <a:endParaRPr lang="zh-CN" altLang="en-US">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a:solidFill>
                  <a:schemeClr val="bg1"/>
                </a:solidFill>
                <a:latin typeface="微软雅黑" panose="020B0503020204020204" charset="-122"/>
                <a:ea typeface="微软雅黑" panose="020B0503020204020204" charset="-122"/>
              </a:rPr>
              <a:t>授课学期：</a:t>
            </a:r>
            <a:r>
              <a:rPr lang="en-US" altLang="zh-CN">
                <a:solidFill>
                  <a:schemeClr val="bg1"/>
                </a:solidFill>
                <a:latin typeface="微软雅黑" panose="020B0503020204020204" charset="-122"/>
                <a:ea typeface="微软雅黑" panose="020B0503020204020204" charset="-122"/>
              </a:rPr>
              <a:t>2025-2026</a:t>
            </a:r>
            <a:r>
              <a:rPr lang="zh-CN" altLang="en-US">
                <a:solidFill>
                  <a:schemeClr val="bg1"/>
                </a:solidFill>
                <a:latin typeface="微软雅黑" panose="020B0503020204020204" charset="-122"/>
                <a:ea typeface="微软雅黑" panose="020B0503020204020204" charset="-122"/>
              </a:rPr>
              <a:t>学年第二学期</a:t>
            </a:r>
            <a:endParaRPr lang="zh-CN" altLang="en-US">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a:solidFill>
                  <a:schemeClr val="bg1"/>
                </a:solidFill>
                <a:latin typeface="微软雅黑" panose="020B0503020204020204" charset="-122"/>
                <a:ea typeface="微软雅黑" panose="020B0503020204020204" charset="-122"/>
                <a:sym typeface="+mn-ea"/>
              </a:rPr>
              <a:t>授课时间：</a:t>
            </a:r>
            <a:r>
              <a:rPr lang="en-US" altLang="zh-CN">
                <a:solidFill>
                  <a:schemeClr val="bg1"/>
                </a:solidFill>
                <a:latin typeface="微软雅黑" panose="020B0503020204020204" charset="-122"/>
                <a:ea typeface="微软雅黑" panose="020B0503020204020204" charset="-122"/>
                <a:sym typeface="+mn-ea"/>
              </a:rPr>
              <a:t>2026</a:t>
            </a:r>
            <a:r>
              <a:rPr lang="zh-CN" altLang="en-US">
                <a:solidFill>
                  <a:schemeClr val="bg1"/>
                </a:solidFill>
                <a:latin typeface="微软雅黑" panose="020B0503020204020204" charset="-122"/>
                <a:ea typeface="微软雅黑" panose="020B0503020204020204" charset="-122"/>
                <a:sym typeface="+mn-ea"/>
              </a:rPr>
              <a:t>年</a:t>
            </a:r>
            <a:r>
              <a:rPr lang="en-US" altLang="zh-CN">
                <a:solidFill>
                  <a:schemeClr val="bg1"/>
                </a:solidFill>
                <a:latin typeface="微软雅黑" panose="020B0503020204020204" charset="-122"/>
                <a:ea typeface="微软雅黑" panose="020B0503020204020204" charset="-122"/>
                <a:sym typeface="+mn-ea"/>
              </a:rPr>
              <a:t>/</a:t>
            </a:r>
            <a:r>
              <a:rPr lang="zh-CN" altLang="en-US">
                <a:solidFill>
                  <a:schemeClr val="bg1"/>
                </a:solidFill>
                <a:latin typeface="微软雅黑" panose="020B0503020204020204" charset="-122"/>
                <a:ea typeface="微软雅黑" panose="020B0503020204020204" charset="-122"/>
                <a:sym typeface="+mn-ea"/>
              </a:rPr>
              <a:t>月</a:t>
            </a:r>
            <a:r>
              <a:rPr lang="en-US" altLang="zh-CN">
                <a:solidFill>
                  <a:schemeClr val="bg1"/>
                </a:solidFill>
                <a:latin typeface="微软雅黑" panose="020B0503020204020204" charset="-122"/>
                <a:ea typeface="微软雅黑" panose="020B0503020204020204" charset="-122"/>
                <a:sym typeface="+mn-ea"/>
              </a:rPr>
              <a:t>/</a:t>
            </a:r>
            <a:r>
              <a:rPr lang="zh-CN" altLang="en-US">
                <a:solidFill>
                  <a:schemeClr val="bg1"/>
                </a:solidFill>
                <a:latin typeface="微软雅黑" panose="020B0503020204020204" charset="-122"/>
                <a:ea typeface="微软雅黑" panose="020B0503020204020204" charset="-122"/>
                <a:sym typeface="+mn-ea"/>
              </a:rPr>
              <a:t>日</a:t>
            </a:r>
            <a:endParaRPr lang="zh-CN" altLang="en-US">
              <a:solidFill>
                <a:schemeClr val="bg1"/>
              </a:solidFill>
              <a:latin typeface="微软雅黑" panose="020B0503020204020204" charset="-122"/>
              <a:ea typeface="微软雅黑" panose="020B0503020204020204" charset="-122"/>
              <a:sym typeface="+mn-ea"/>
            </a:endParaRPr>
          </a:p>
        </p:txBody>
      </p:sp>
    </p:spTree>
  </p:cSld>
  <p:clrMapOvr>
    <a:masterClrMapping/>
  </p:clrMapOvr>
</p:sld>
</file>

<file path=ppt/tags/tag1.xml><?xml version="1.0" encoding="utf-8"?>
<p:tagLst xmlns:p="http://schemas.openxmlformats.org/presentationml/2006/main">
  <p:tag name="KSO_WM_DIAGRAM_VIRTUALLY_FRAME" val="{&quot;height&quot;:402.7,&quot;left&quot;:33.8,&quot;top&quot;:91.2,&quot;width&quot;:866.9}"/>
</p:tagLst>
</file>

<file path=ppt/tags/tag2.xml><?xml version="1.0" encoding="utf-8"?>
<p:tagLst xmlns:p="http://schemas.openxmlformats.org/presentationml/2006/main">
  <p:tag name="KSO_WM_DIAGRAM_VIRTUALLY_FRAME" val="{&quot;height&quot;:402.7,&quot;left&quot;:33.8,&quot;top&quot;:91.2,&quot;width&quot;:866.9}"/>
</p:tagLst>
</file>

<file path=ppt/tags/tag3.xml><?xml version="1.0" encoding="utf-8"?>
<p:tagLst xmlns:p="http://schemas.openxmlformats.org/presentationml/2006/main">
  <p:tag name="KSO_WM_DIAGRAM_VIRTUALLY_FRAME" val="{&quot;height&quot;:402.7,&quot;left&quot;:33.8,&quot;top&quot;:91.2,&quot;width&quot;:866.9}"/>
</p:tagLst>
</file>

<file path=ppt/tags/tag4.xml><?xml version="1.0" encoding="utf-8"?>
<p:tagLst xmlns:p="http://schemas.openxmlformats.org/presentationml/2006/main">
  <p:tag name="KSO_WM_DIAGRAM_VIRTUALLY_FRAME" val="{&quot;height&quot;:402.7,&quot;left&quot;:33.8,&quot;top&quot;:91.2,&quot;width&quot;:866.9}"/>
</p:tagLst>
</file>

<file path=ppt/tags/tag5.xml><?xml version="1.0" encoding="utf-8"?>
<p:tagLst xmlns:p="http://schemas.openxmlformats.org/presentationml/2006/main">
  <p:tag name="KSO_WM_DIAGRAM_VIRTUALLY_FRAME" val="{&quot;height&quot;:402.7,&quot;left&quot;:33.8,&quot;top&quot;:91.2,&quot;width&quot;:866.9}"/>
</p:tagLst>
</file>

<file path=ppt/tags/tag6.xml><?xml version="1.0" encoding="utf-8"?>
<p:tagLst xmlns:p="http://schemas.openxmlformats.org/presentationml/2006/main">
  <p:tag name="KSO_WM_DIAGRAM_VIRTUALLY_FRAME" val="{&quot;height&quot;:402.7,&quot;left&quot;:33.8,&quot;top&quot;:91.2,&quot;width&quot;:866.9}"/>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C9F754DE-2CAD-44b6-B708-469DEB6407EB-1">
      <extobjdata type="C9F754DE-2CAD-44b6-B708-469DEB6407EB" data="ewoJIkZpbGVJZCIgOiAiNDkwNTY1NTU1OTM3IiwKCSJHcm91cElkIiA6ICI1NzA4MTAzODUiLAoJIkltYWdlIiA6ICJpVkJPUncwS0dnb0FBQUFOU1VoRVVnQUFBbTRBQUFHSkNBSUFBQUM4WXlqakFBQUFBWE5TUjBJQXJzNGM2UUFBSUFCSlJFRlVlSnpzM1hsY1ZQWCtQL0RQbVgwUW1BR0dkVmhsa1hBblVEUlVERW12R3hqNlRiSXdMWFBMckxTMDlHcHV2NnZwclc2U21tbFlLcGFaR2xjek5ETVJCZHlRcTRtSWdNcStNK3dEekp6ZkgwZW5jUmdNT01Bdytubys5UEU0OHpsblB1Y3pCNWozK2F5SG9tbWFBQUFBUUVkeERGMEFBQUFBNDRaUUNnQUF3QXBDS1FBQUFDc0lwUUFBQUt3Z2xBSUFBTENDVUFvQUFNQUtRaWtBQUFBckNLVUFBQUNzSUpRQ0FBQ3dnbEFLQUFEQUNrSXBBQUFBS3dpbEFBQUFyQ0NVQWdBQXNJSlFDZ0FBd0FwQ0tRQUFBQ3NJcFFBQUFLd2dsQUlBQUxDQ1VBb0FBTUFLUWlrQUFBQXJDS1VBQUFDc0lKUUNBQUN3Z2xBS0FBREFDa0lwQUFBQUt3aWxBQUFBckNDVUFnQUFzSUpRQ2dBQXdBcENLUUFBQUNzSXBRQUFBS3dnbEFJQUFMQ0NVQW9BQU1BS1Fpa0FBQUFyQ0tVQUFBQ3NJSlFDQUFDd2dsQUtBQURBQ2tJcEFBQUFLd2lsQUFBQXJDQ1VBZ0FBc0lKUUNnQUF3QXBDS1FBQUFDc0lwUUFBQUt3Z2xBSUFBTENDVUFvQUFNQUtRaWtBQUFBckNLVUFBQUNzSUpRQ0FBQ3dnbEFLQUFEQUNrSXBBQUFBS3dpbEFBQUFyQ0NVQWdBQXNJSlFDZ0FBd0FwQ0tRQUFBQ3NJcFFBQUFLd2dsQUlBR0tYNzkrNHRXN0prdUwrL2w2dnJzLzM3dno1ejVybjQrRGErdDd5ODNFMHUzN0pwMDJPT3libC9uMzBoYTJ0cjNlVHlUUnMyc00rcUowTW9CUUF3UHJmUzBzYUhoQnc2ZU5ERHcyTktlTGlmdjM5eVltSmtSRVQwN3QyZGt2OW5XN2E4Tlc4ZSszdzRISTVNSnV0bGF0b1poZXE1ZUlZdUFBQUF0TnZtalJ1YlZhcllFeWY2OXV2SHBKU1dsazRORGQyNGZ2MmswRkNaVE1ZeS8vTUpDV3ExbW4wNXhXTHhwZFJVOXZuMGNLaVZBZ0FZbjlTVWxNRyt2cG80U2dpUnlXUUxGeTFxYkd4TXVuREJvRVY3R2lHVUFnQVlINm1GUlhwYVdtbEppWGJpcExDd2hPVGtGOGFOSTRTVUZCZTd5ZVZiUC85Y3M3Y2dQOTlOTHQ4ZUZhVkphVzV1M3JCMjdlQisvZnA2ZXI0NWExWldaaWFUUHNEYis4cWxTemV1WDNlVHk3K1BpV0VTWS9idEcvdjg4MHkvN0pMRmkvUHo4NW4wS29YQ1RTN2Z2WFBua3NXTEIzaDdEL0QyZm5QV3JPeXNMR1p2eTc3U0h3NGNtREIyckxlNyszQi8vOVVyVjFZcEZGMTVuYm9KUWlrQWdQR1pQV2RPUlVWRnlPalI2MWF2UGhjZlgxOWZUd2dSaVVSeVIwZUJRTkRHVEw2TGpqNFdHenQzL3Z3MzVzNjljUDc4dExDdzRxSWlRa2pVamgwZW5wNHVycTY3OXV3WkdSUkVDRm03YXRXS1pjdGsxdGJMVjZ5WU1uWHE4V1BId2laTUtDd28wR1MxZWVQR29xS2lBNGNPZmJ0L2YxNSt2aVlySFo5dTNyeDg2VktKUlBMaHlwV1R3OEsrMzcvL3pkbXphWnJ1dkF0aklEUUFBQmloZmQ5K082aHZYMWNIQjFjSEJ3OW41K25oNGQvSHhLaFVLbVp2Y1ZHUnE0UERGNTk5cGprK1B5L1AxY0ZoMjlhdE5FMlhsWlc1T2pnODQrNmVuNWZIN0wxeTZaS3JnOFBISzFjeUw4TkRReWVPSGN0czM3eHh3OVhCWWVIY3VXcTFta2xKU2t4MGRYQjQ3KzIzYVpwV1ZGYTZPamo0RFJoUVgxL1A3QzNJei9kMGNWbTFZZ1ZOMHpVMU5hNE9EaHZYcjZkcHVxaXcwTjNKYWQ0YmIyankyYjF6cDZ1RFExSmlZbmRkczY2Q1lVY0FSaW0zb2FHeXFkbjRiK2E3bXdXZjV5Z1NkZHZwenA4NzkrTVBQOXhPVHk4cks5TmJTMlAwNjkvL3Y3LysydDdNWjBSR1RwcysvZnk1Yy9GLy9ISGgvUG1reE1Ta3hNUWpodzd0MmI5ZjFMYlBPQ1U4M043QmdkbjI5Zk1iT0dqUTc2ZFByMTYzVHVld2szRnhoSkNGaXhaUkZNV2tEQTBJR0JvUWNDb3VUbE9obkR4bGl1YWtkdmIyUXdJQ2ZvdUxXN04rdlhZK1o4K2NVYWxVTTJmTjB1UXpmY2FNZ0dIRDNEMDgydnZaZXhxRVVnRGpVS2hzL0tXazVIcFZkYUZTV2FOU0dibzR4czJLejNjV2l3SXNwQ010TFUyNTNLNDR4YzBiTnhiTW5YdnY3dDJ1eUZ4RElCQ01EZzRlSFJ4TUNNbk95dHF3ZHUzcFU2ZDJidC8rOXJ2dnR1WHRIcDZlMmkvZFBUeU9IajdjOHJEY25CeENTRzkzZDUzM0ppY2xWVmRWTVMrZG5KMjE5OW83T0Z4SVNGQTkrb3VhbTV0TENIRjFjOU9rbUppWStHaU5uREplNkNzRjZPbXVLS3BXM2M2WWMvM0drY0tpTzNWMWlLUHNsVFUxcFZSVmI3K1hFNUdTdXVyMm5ldlZOWjJiLytuZmZnc1BEZTI2T0hycDRzVkY4K2VuMzdxbG5lald1L2Uycjc0eU56ZS9rSkNnOTEycUZyODVPcjJxS3BXS3ErL0dRbTlmSmpOVmh2OHdCN3JGekJtS29qUzFUKzBDY0RoUFlOeEJyUlNnNTFMUlpPZjluRjhlSGFVSm5TdWxxaXFscW1xOHRmVnNKMGNoaDJyRE8vNUc2clZyYjh5Y3FYazVjdFNvaUZkZThlclRSNmRXeDRaU3FUd1dHK3ZwNWRYSDIxczduUzhRQ0VVaUhwOVBDT0Z3dWN5Um1yMHRXNWlMSGszSnljbHhkbkZwZVRwSEp5ZENTRlpXMWpNK1BwckVyTXhNaVZRcUZvdWJHaHNKSVhjZnZXL0lTRTkzY1hYVmlab09jamx6cEkydExaTlNVMVB6d1h2dnZSUVJNV3IwNkE1ZGlaN2lDYnc3QUhneVZEUTF2WjkyQzNHMGUveFNVckxneHA4M2E5aFdUNVVORFl2bXoyZTJuWnlkang0Ly9tMU16TGp4NHpzeGpoSkNBb1lOazh2bDI2T2lUcDA4cVVta2FYcDdWRlJKY1hId21ER0VFSE56YzRGQWtKcVNvam5nME1HRE92bkVuVGlocWFwbTNMNmRjdVVLTTVHR0VNTGxjSnFibTVudDRKQVFRb2oyTEpxcmx5OG5KeVV4SjJJY1BYeTRvcUtDMmI1MDhXTHF0V3ZqeG8vWE9kMm9vQ0NLb21MMjd0V2t4QjQ1Y3VMNGNSN1A2Q3QxUnY4QkFKNUlUV3IxUitrWnVRME5oaTdJVTZTNHNYSDVyZHNiKzNqNW1IVjhsYnNkMjdZeFM5ZUt4ZUtmZnY3WjJzYW1VOHY0QUkvSCsyTGJ0bGNqSXQ2Y05jdmR3OE9uYjErbU5uei8zcjJoQVFFeklpTUpJWHcrL3g4VEp2eDg1TWo4T1hNRysvb21KU1ptWjJYcHRPaG1aV2ErdTJqUm5IbnpDZ3NMMTY1YTVlamtORy9CQW1hWHBaWFZwWXNYbHkxWkVqcGx5dkRBd0lnWk13N3MzNitvckF3T0NTbkl6LzgyT3RyS3ltcnBzbVdhckpRTkRWTW1UbndsTXJLeXN2S2JyNzkyY25hZXYzQ2hUckhsam83ekZpelkvdVdYQ29YaStlRGduSnljNzZLalJ3Y0hEdzhNN0lxcjFKMFFTZ0Y2b3U4TENoOFRSelZkVnhTRk1ienRSQk9hSWhUUjM1QkxFN0l4S3l1cXI0OTVSK3RKUDM3L1BiT3hiTVdLTG9xakRGOC92NU5uenV6WXRpMGhQdjVVWEJ4RlVXN3U3aXRXclpvNWV6YWZ6MmVPV2JOK1BWOGdPUG5yci9GLy9CRTRZa1RNd1lQQkkwZHFaL0xlKysrbjNid1pNWFVxUlZHamc0TlhybDV0THBFd3UrYk9uNTkyOCthUm4zNXlrTXVIQndadTJMVEowOHNyWnQrKzlXdldTS1hTaWFHaDd5MWRhbWR2cjhucXRkZGZWelkwZlBIWloxd2ViOEtrU2NzKytzak0zTHhsc1QvNDZDTUh1ZnpiNk9qMWE5YlkyTnJPZnVPTnQ5NTVSNmRMMVJoUlQ4TGNXSUFuUzJaZDNUczNiN1ZNcHdsTktJcWlLVUx3WjhzU1JXZzFUWWplTC9IQjV1WnJ2VG95UFNQaDNMbFhwMDlucXFRcE4yNEl1M0hXalFGVktSUURmWHdXdnYyMmRpWDFhWU8rVW9BZTV6L1o5L1FsMDlTRFdpamlLSHMwb1NpS3c5RjdMVk9xcWxLcXFqdVE2ZVdMRjVtTkNaTW1QU1Z4RkJnSXBRQTlTMFp0WFhaOXZVNGlUV2pTU3Bza2RCeE5FNHJRK2k3czcyVmxIY2hQczVEZWt6RlhFdG9Pb1JTZ1p6bFZXdG95c2JXK1BXQ1AwbGN6UFY5ZTBkaitSNHlWUFF6QWNybThNNG9HUmdQRGpnQjZrQ2ExK214NXVhRkxBYVNKcHROcjYvcTNjeWl2Wm1LSjNvVU9ubFRtRWtsMlhwNmhTMkZncUpVQzlDQ1pkZlYxcWs1NDNqSzBWOHVhYVpIVzRnWUFqNGRRQ3RDREZMYjQrc1lRSTBNcGFtdzBkQkhBYUNDVUF2UWdMVU1wZEkrV2ZkR29sVUxiSVpRQzlDREZMV3BDR0c1a0tNVksxRXFoclJCS0FYcVFoaGFqUnRIQTJ6MWFYdWVXUHd1QTFpQ1VBZ0FBc0lMSk1BQlBBbitKWkpXbk95SGtiSG5GbHF6c2xnY3NjWE1Oc3JJa2hJUmV2dHFXMnBhSGljbG5QdDQvRkJUdXk4dHZiMkUrOC9IMk1ERjV6QUVyYjJla2RtZzVJY1lxVDNkL2lhU05Id1NnR3lDVUFqeFJoa2dsZklwcWVuUnRiUUZGRGJXUXRpc2ZGVTFYTmpmWGQrZ3g0eGNxS2pOcTY1aHRjeDd2T1F0cGdWSjVUU3QybHJFYkhGdlRyS3A4K1B3dmdKNEFvUlRneVpHdlZEb0loYzlLekpNcUZkcnAvbEtKbU1PcGJHNld0dm1CSjluMTlhOWUrMS9IaXZGalFhRm0yMDBzZnM1Q2VxZTJidHU5K3gzTHJhVlBzKysyNFNpQTdvTytVb0FuUjNKRlpUTk5CMXBhNktTUHNMVE1ycS9QYjhEc0RvQXVnVm9wd0pPalZxVzZXbFUxUkNyVmJ1TVZjVGgrRXNtQi9Qd2gwa2ZhZUh0eHVlRjJ0a09sVWx1aGdFTlJKWTJORnlvcVkvTHltVGZxOUpVZWZuYnd5WkxTTzNWMWsyMXQ1Q0pSZzBwMVdWRzFKemUzb3FrakRhMFVJZU50ckYrUXlSekZJaFZOWjlUV0hpNHN1cUtvWXZaT3RiT2Q2U2hma1o3eG9wMnRqNW1wbXFadjFkVHV6OHZQcUh2UWFOeXlyM1NzdFd5c3RjeEpKRktxMVJtMWRURmFCd04wQTlSS0FaNG81OG9yeEJ6T3M1Sy9ucm9jWUNFVmNxaHo1UlhhaC9FbzZsL2VYaS9hMmYxWlU3TTdKM2RmWG41dHM0cUpZYTNsUE1MUzhoVzV3Ni9GcFIvZnpqaGVYQkprWmJuYzNiMWpoVnp1M251ZXMxT0RXcjAzTis5SVlaR3RRUGl4cDBlWTdTTVB5bDdsNlZIVzFMUTA3ZGJIdCsvMDRuSTNQdFBIeDdTWDN0d1d1N3E4NWVMY3BLYjM1ZVVmTGl4eUVZdi81ZDNIczlmanhqMEJkQzdVU2dIK2twZVhsNXVUUXh0dVFxSFN3cEpsRHNrVmxZMnVkS0NsaGFhN2RLU2x4YTJhV3AzRkg0WlpTTjNFNHIxNStRY2Y5bXZHRmhYdkh0QXZ5TXB5VjA2dTNweE5lZHdGTjI3bE5TZ0pJZGVyYXh4Rm9oR1dGZzVDWVg0N1Z3VWFhV2t4M0VJYVgxNnhKU3VicVRnZkxTejZ2Tzh6cnprNkpsVldGajVjR09GLzFWVmI3ejU0YnV1cTJ4bTdCL2FmNit5OCtHYWFUbTQrcHFaalpGYm55aXMyUDh6dFFrWEZqbjc5cGp2WXI4dkliRmZCZEZSVVZMaDE5QUV2cVNrcHdTRWhiTTRPeGdXaEZKNTIzOGZFSkNjbTNzbkl5THh6cDc3RmcwSzcyZVR2ZnlCaVZ0V3Blclg2cWtLaGFlUHR4ZVVPTmpmL3BrVjBQRmRlOFdkMVRZM1dPTmhlWEc1VmM3TzlzTlVIVnVjMk5PUnA5YmJlYjJnZ2hFajUvUGFHMGhHV0ZvU1FmWG41bWtIRzlXcjF3ZnpDZDl4Y2hsdFlIQzRzWWhKL0tTN1IvbEFYeWl2R1dzdHNoWUlpcGU0OUFTSGtjR0dSSnJkQ1plTzdOOU1xbTV2YVZhcVdXSzB6UldHVnFxY0xRaWs4cGVycjYzLy83YmN0bXpiZHpjNGVPR2pRa0tGRFg1dzJ6ZHJhMnNyS2lqTGM5K0FwQzh1c1dyYWRmUEhsRlFGU3FhL0VQTGxTOFp5RmxFUHB0dTR5YWxYTm8yVldQcWFtOWtLaG5WQm93ZWN4RHhkckxkdXFSN3RGbTlWcVFnaTMvWmZLVGloc3BPbUNSd1B3dmZwNlpwY21SV2VRRkxPNHZMMVFxQk5LN1lRQ1FraE9RNE4yWXN0bnAzY0FxM1dtV3IrTThFUkNLSVduVWZxdFcvUGVlT051ZHZiNGlSTi9QSHBVSnBNWnVrUVB4R2RsRTlhaDlHS2xRcW1tQXkwc2tpc1ZJeXd0cjFkWHQ1eUZhUzNnYi9UdUl4TUlidGZVWnRiVi9WRldubDViTTgvWjJiM3J1eGoxUHNhY3VYdHAwbXBhNTFBNjd5TE1iRmVkTjNJZjNQZDBmdWl5c0xCbzcyTTRaMGRHbmpsOW1oQXljUERnVGk4UDlHUUlwZkRVS1MwdG5SWVd4dUZ5dCszYytZOEpFd3hkbk02blZLc3ZLeFJEcEZJclBuK0F1ZG0ydTNvbWRMN202R2dqRUh5U2xhMWRZVFhuZDhjWFFvRlM2U0lXMlFrRmhWcjFTMmVSbUJCU290V2hLeGVKY3JVcXBxNWlNVTFJWG92NVBFd2xWUzRTWmRYOVZSTjkyY0hlbk1mYmNUK25pejhLd0FNWXdRdFBuWS9lZjErdFZ2LzA4ODlQWkJ4bG5Dc3ZOK0Z5NXJzNHEybjZmSVdlMWwwSmowY0l1VlZUbzBueE5UZDNFQXE1WGQrNHpaUm5ob09ESmtYSTRVeTF0MVVUa2xoUnFVbDgwYzVXOC9Ya0loWU50WkRlcUs0cGI5THRBVTJxcUNTRVROWWEvV3NqRUV5eHMzVVFDUWxBZDBHdEZKNHV4MkpqVDUwOCtkbldyZTRlSG9ZdVN4ZTZyRkEwcU5WRHBaSkxDa1dOdnNYL2tpb3JCNXFiZmVqdWZxeTR1SW1tKzVtWnZpQ1RLZFcwa0VPSk9Kd3VmU2pLMmJMeUVSWVdRVmFXTW9FZ3NhSlN5T1dNa1ZrNUNJWFJ1WG5hVDl2MjZOVnIwek45NHN2S3BYeitKRnViSnJWNmg3NzFrbEtycTM4dkt3KzJzcEx4QlVtVmxXSXVkN3kxTlUxSWErT1FBYm9DUWlrOFhkYjg4NS9QanhrVDl1S0xoaTVJMTFLcTZZdVZpcEdXRnZINkJod1JRbzRWbDNBcGFweTE5VUpYbHpxVnFyQkJHWFgzdm9CRExYQnhmbFppZmw2cmR0anBhRUkyM01tY1pHc3pSbWIxbXBPY1dWVGhxM3M1VjZ1cXRBLzdOQ3Q3cEtWbHBLTzhVYTIrV0tuWW41ZGYwTXBRNGMrejcyYlUxbzYxbHMxMmNxeHBWdDJzcWRtWGw1Lzc2RUFrZ0M1RjBSaHBCaytOMzMvNzdmV1pNMzg4ZXRUUDM5L1FaZEZQcC9PU0NUeFAyN3dLWnFXSWo5SnZYNit1YWNQaG5hUGxkWFkzTWZuY3g3dGRtV2lHSGUzYXN3ZnpTcDhxNkN1RnA4aWhnd2ZsY25tUGphTUFZS1FRU3VFcGN2Yk1tUm1Sa1lZdUJRQThhUkJLNFdsUldsSlNWMWZuNitkbjZJSThqcENqK3lmNXRMWHVHa3JMa2N1aUZqOExnTlpnMkJFOExUTHYzR0htM1J1NklJOWp5ZWNidWdpR2Q2aXc2TkRENVFPN0RVM3IzclZZQ3dYZFhBWXdYcmp0Z3FmRi9YdjNDQ0VTaWNUUUJYa2NtVUQzNnh2REFnM0Z0c1hQQXFBMUNLWHd0R2hxYWlLRUdIQjkzYmF3RXVqV1NudDBjWjlvdGtJczhnQnRoVkFLMElOWThmWFVoRkF4N1FZdGIxa0dtcGthcENSZ2pCQktBWG9RVjdGSXl0TWR3WUNLYWZmcmIyWnEwLzVhS1kvTFpUYlVobnZrTFJnRVFpbEFEOEtscUlsYXk4bHFRZFcwNitpNVYzbWhRdzhMc251NHNIQmhRUUhyVXYyOSsvZnVMVnV5WkxpL3Y1ZXI2N1A5Kzc4K2MrYTUrUGcydnJlOHZOeE5MdCt5YWROampzbTVyMmVseHZhcXJhMTFrOHMzYmRqQVBxdWVES0VVb0djWlo2MzNTNXlpOFF6TUxrRzF2RTJSOG5oQlZwWWR5RXN1bHpNYldabVpuVkcyeDdtVmxqWStKT1RRd1lNZUhoNVR3c1A5L1AyVEV4TWpJeUtpZCsvdWxQdy8yN0xsclhuejJPZkQ0WEJrTWxrdjB5ZTh0UnlUWVFCNkZnbVA5N3FUNCs0V3E3RXpqL21rQ1UwSWgwSWxsVFdhSWxRck55ZUwzVnc3bHFmL2tDSE14dEhEaDVldlhDbnN5b0ZMbXpkdWJGYXBZaytjNk51dkg1TlNXbG82TlRSMDQvcjFrMEpEMlQrQzkzeENRcWMwVTR2RjRrdXBxZXp6NmVGUUt3WG9jY0pzYlFKYm1mOUtFWXA2VUQxbDFzK204YTlkLytnSEc0U2k5VGZ0Qmx0WitVbk1PL2FEOC9YemMzUnlJb1JVVmxaK0Z4M2RzVXphS0RVbFpiQ3ZyeWFPRWtKa010bkNSWXNhR3h1VExsem8wbE5EU3dpbEFEM1JPNjR1OHRhZnVFa1J6YndlQ3YvYTlZOTZzS0dmQlovM3ByTWpteDljK0xScHpNYi9XN2Z1ZjExWkc1TmFXS1NucFpXV2xHZ25UZ29MUzBoT2ZtSGNPRUpJU1hHeG0xeSs5ZlBQTlhzTDh2UGQ1UEx0VVZHYWxPYm01ZzFyMXc3dTE2K3ZwK2ViczJacDJxVUhlSHRmdVhUcHh2WHJibkw1OXpFeFRHTE12bjFqbjMrZTZaZGRzbmh4Zm40K2sxNmxVTGpKNWJ0MzdseXllUEVBYis4QjN0NXZ6cHFWblpYRjdHM1pWL3JEZ1FNVHhvNzFkbmNmN3UrL2V1WEtLb1dpNjY1U3QwRW9CZWlKaEZ6T0ozMzZkTGg2QkIzZ0tCSjk0dDNINU9FbzNJNlpNMitlcHNjMFl1clV4UFBuTzZsMHVtYlBtVk5SVVJFeWV2UzYxYXZQeGNmWDE5Y1RRa1Fpa2R6UlVkRG14U1craTQ0K0ZoczdkLzc4TitiT3ZYRCsvTFN3c09LaUlrSkkxSTRkSHA2ZUxxNnV1L2JzR1JrVVJBaFp1MnJWaW1YTFpOYld5MWVzbURKMTZ2Rmp4OEltVE5BZVhiVjU0OGFpb3FJRGh3NTl1MzkvWG42K0ppc2RuMjdldkh6cFVvbEU4dUhLbFpQRHdyN2Z2Ly9OMmJPZmdBZVVvYThVb0ljeTUvTldlM29jTHk3Wm5aUGJaUHpmTlQzY0VJbmtBM2UzbG1zZ3QxZXZYcjMrL2NVWDA4UERDU0YxZFhVdi85Ly9qUncxYWtaa3BJZW5aMjkzOTA0cUxDR0V2UHpLSzdSYXZlV1RUNzdadGV1YlhidDRQSjZmdjM5WWVQaTBsMTdpdE9kVEhJNk50WGR3SUlTTUNnb0tEdzNkSGhXMWV0MjZrVUZCRXFsVTJkREFQQ291N2M4L28zZnZuakJwMHRidDI1bkdrSkN4WTZlSGgyL2V1UEhmLy9rUGs0K1ptZG11UFh0RUloRWhaUGVlUFNPSERmdHk2OVkxNjlkcm42dTRxR2piMXEzanhvL2Z0bk1uazQrTmpjMjZqeisrbUp3OE5DQ2dFeTlPOTBNb0JlalJKdGhZOXpjek81QmZrRkNoL3lIZXdOSVFxU1RVMW1hQW1WbG5aVGcwSUNCcXg0NzNGaTl1VkNvSklmRm56OGFmUGZ2NHQvVHIzLysvdi83YTNoUE5pSXljTm4zNitYUG40di80NDhMNTgwbUppVW1KaVVjT0hkcXpmejhUMHY3V2xQQncrNGNUZUh6OS9BWU9HdlQ3NmRPcjE2M1RPZXhrWEJ3aFpPR2lSWnJGd29ZR0JBd05DRGdWRjZlcFVFNmVNa1Z6VWp0Nyt5RUJBYi9GeGVtRTByTm56cWhVcXBtelptbnltVDVqUnNDd1llNGVIdTM5N0QwTkduZ0JlanBuc1dpWnU5dEIzMEZMZTdzTmxVcXdOaXg3Smx5T3MxZzAxbHIyVmYrKy8vUnc3OFE0eXBnd2FkS1IyRmhYTjdmT3piWWxnVUF3T2poNDlicDFjYi8vL3Z1NWM4RWhJY2xKU1R1M2IyL2oyejA4UGJWZnVudDQ1T2JrdER5TVNkU3BWWHQ0ZWxaWFYxZFhWVEV2blp5ZHRmZmFPemdVRkJTb1ZLcEg4c25OSllSb1h4WVRFeE9mZnYyRWJRdjhQUmxxcFFER1FjemhqTEswR0dYNVlHUnZnVkpaMXRpRVp0LzJrdkI0dGtJQis0YmN2K1hUcjkrWmhJUUxDUWsvSERpUWNmdDJXVm1aM3I3RGpybDA4ZUozMGRGdkxWN2N4OXRiaytqV3UvZTJyNzd5SHpUb1FrTEMyKysrMi9KZE9vR05pY1E2QjNEMWRSWHI3Y3RrcHNyd0JZS214a1pDQ04xaTVneEZVVHBMWGpNRmFGZjdzN0ZBS0FVd1N2WkNvVDNXVysveGhnY0dEZzhNN1BSc2xVcmxzZGhZVHk4djdWREtCRGFoU01Uajh3a2hIQzZYT1ZLenQyVXNMM28wSlNjbng5bkZwZVhwbUJrK1dWbFp6L2o0YUJLek1qTWxVcWxZTEdaQzZkMjdkN1hma3BHZTd1THFxaE0xSGVSeTVrZ2JXMXNtcGFhbTVvUDMzbnNwSW1MVTZORWR1aEk5eFJONGR3QUE4R1FMR0RaTUxwZHZqNG82ZGZLa0pwR202ZTFSVVNYRnhjRmp4aEJDek0zTkJRSkJha3FLNW9CREJ3L3E1Qk4zNG9TbXFwcHgrM2JLbFN2TVJCcENDSmZEYVc1dVpyYVp3VWZhczJpdVhyNmNuSlRFbkloeDlQRGhpb2ZkK1pjdVhreTlkbTNjK1BFNnB4c1ZGRVJSVk16ZXZacVUyQ05IVGh3L3ptdXg3clRSTWZvUEFBRHd0T0h4ZUY5czIvWnFSTVNiczJhNWUzajQ5TzFMQ0VtOWR1Myt2WHREQXdKbVJFWVNRdmg4L2o4bVRQajV5Skg1YytZTTl2Vk5Ta3pNenNyU2FkSE55c3g4ZDlHaU9mUG1GUllXcmwyMXl0SEphZDZDQmN3dVN5dXJTeGN2TGx1eUpIVEtsT0dCZ1JFelpoell2MTlSV1JrY0VsS1FuLzl0ZExTVmxkWFNaY3MwV1NrYkdxWk1uUGhLWkdSbFplVTNYMy90NU93OGYrRkNuV0xMSFIzbkxWaXcvY3N2RlFyRjg4SEJPVGs1MzBWSGp3NE83b3FLZXpkREtBVUFNRDYrZm40bno1elpzVzFiUW56OHFiZzRpcUxjM04xWHJGbzFjL1pzUHYvQlUyL1hyRi9QRndoTy92cHIvQjkvQkk0WUVYUHdZUERJa2RxWnZQZisrMmszYjBaTW5VcFIxT2pnNEpXclY1dExKTXl1dWZQbnA5MjhlZVNubnh6azh1R0JnUnMyYmZMMDhvclp0Mi85bWpWU3FYUmlhT2g3UzVmYTJkdHJzbnJ0OWRlVkRRMWZmUFlabDhlYk1HblNzbzgrTWpQWE15djZnNDgrY3BETHY0Mk9YcjltalkydDdldzMzbmpyblhkNitGT0UyNEo2QXViR0FyUkZ6TjY5SzVZdlQ3NTZWZE5QQXdEc1ZTa1VBMzE4RnI3OXRuWWw5V21EdmxJQUFBQldFRW9CQUFCWVFTZ0ZBQUJnQmNPT0FBQ2c0OHdsa3V5OFBFT1h3c0JRS3dVQUFHQUZvUlFBQUlBVmhGSUFBQUJXRUVvQkFBQllRU2dGQUFCZ0JhRVVBQUNBRllSU0FBQUFWaEJLQVFBQVdFRW9CUUFBWUFXaEZBQUFnQldFVWdBQUFGWVFTZ0VBQUZoQktBVUFBR0FGb1JRQUFJQVZoRklBQUFCV0VFb0JBQUJZUVNnRkFBQmdCYUVVQUFDQUZZUlNBQUFBVmhCS0FRQUFXRUVvQlFBQVlBV2hGQUFBZ0JXRVVnQUFBRllRU2dFQUFGaEJLQVVBQUdBRm9SUUFBSUFWaEZJQUFBQldFRW9CQUFCWVFTZ0ZBQUJnQmFFVUFBQ0FGWVJTQUFBQVZoQktBUUFBV0VFb0JRQUFZQVdoRkFBQWdCV0VVZ0FBQUZZUVNnRUFBRmhCS0FVQUFHQUZvUlFBQUlBVmhGSUFBQUJXRUVvQkFBQllRU2dGQUFCZ0JhRVVBQUNBRllSU0FBQUFWaEJLQVFBQVdFRW9CUUF3U3ZmdjNWdTJaTWx3ZjM4dlY5ZG4rL2QvZmViTWMvSHhiWHh2ZVhtNW0xeStaZE9teHh5VGMvOCsrMExXMXRhNnllV2JObXhnbjFWUGhsQUtBR0I4YnFXbGpROEpPWFR3b0llSHg1VHdjRDkvLytURXhNaUlpT2pkdXpzbC84KzJiSGxyM2p6MitYQTRISmxNMXN2VXRETUsxWFB4REYwQUFBQm90ODBiTnphclZMRW5UdlR0MTQ5SktTMHRuUm9hdW5IOStrbWhvVEtaakdYKzV4TVMxR28xKzNLS3hlSkxxYW5zOCtuaFVDc0ZBREErcVNrcGczMTlOWEdVRUNLVHlSWXVXdFRZMkpoMDRZSkJpL1kwTXJKYXFhS3B1THE1b2tuZFlPaUNnQzZLVUtZOEM0bkFoazhKRFYwV2dDZWYxTUlpUFMydHRLUkVabTJ0U1p3VUZqWThNTkRheG9ZUVVsSmNQR1R3NFBmZWYzL1JPKzh3ZXd2eTg0ZjcrMy93NFlmejMzcUxTV2x1YnQ2d2R1Mmhnd2NibGNybkFnT1hyMXpaMjkyZEVETEEyN3U2dXBvUTRpYVgvMnZ6NXVrdnYwd0lpZG0zNzl0dnZzbk95akl6TXd0Ni92a2x5NVk1T0RnUVFxb1Vpb0UrUGl0WHI3NzU1NStuNHVJSUlRSERobjM0ejMrNjllN045SlgyOC9LYXQyREJzaFVybUpQK2NPREFkM3YyWk42NVkybHBHVEoyN0pMMzN6ZVhTQXh4Q1R0VFR3K2xHZFdYTHBVZEwxSG1WRGVYTjZocURGMGMrSHRDVGk4SlgrWmc0dWxyTWJhMzZTQkRGd2ZneVRSN3pwd1Z5NWFGakI3OVluaDRVSEN3bjcrL1dDd1dpVVJ5UjhlMlovSmRkTFJFS3AwN2YzNTlmZjN1blR1bmhZV2QrTzAzRzF2YnFCMDcxbjM4Y1ZOVDB6OC8vdmladm4wSklXdFhyWXJldlh0NFlPQkxFUkg1K2ZuN3Z2dnVYSHg4N0MrLzJObmJNMWx0M3JqUmI4aVFBNGNPTlNxVkt6LzZhRnBZMkMrblR0blkydXFjOGRQTm03ZCsvdm13NTU3N2NPWEtndno4NkYyNzB0UFNEaHc2UkZGVXAxNmU3dFpEUTJrejNaUlNjZkpDeWVFU1pTY01JWVB1cEZUWEZpdHJpNVgzcmxYOFppR3dlOVp5bksvRldITSsyNTRiQU5EMjhpdXYwR3IxbGs4KytXYlhybTkyN2VMeGVINysvbUhoNGROZWVvbkRhVWZQM2VIWVdIc0hCMExJcUtDZzhORFE3VkZScTlldEd4a1VKSkZLbFEwTndTRWhoSkMwUC8rTTNyMTd3cVJKVzdkdloySmV5Tml4MDhQRE4yL2MrTy8vL0lmSng4ek1iTmVlUFNLUmlCQ3llOCtla2NPR2ZibDE2NXIxNjdYUFZWeFV0RzNyMW5IangyL2J1WlBKeDhiR1p0M0hIMTlNVGg0YUVORFpWNmhiOWNSUWVrTng5dWZjLzlTcnFnMWRFR0FXTzNHU0FBQWdBRWxFUVZTcm9ySHd0OEk5dnhYdUdXWHpjb2pkTEVNWDU0bVMyOUJRMmRSTUc3b1lSc2VDejNNVWlicnRkT2ZQbmZ2eGh4OXVwNmVYbFpVVkZ4VzFkbGkvL3YzLysrdXY3YzE4Um1Ua3RPblR6NTg3Ri8vSEh4Zk9uMDlLVEV4S1REeHk2TkNlL2Z0RmJmdU1VOExEbVRoS0NQSDE4eHM0YU5EdnAwK3ZYcmRPNTdDVGNYR0VrSVdMRm1ucWprTURBb1lHQkp5S2k2UHBCNytEazZkTTBaelV6dDUrU0VEQWIzRnhPcUgwN0prektwVnE1cXhabW55bXo1Z1JNR3lZdTRkSGV6OTdUOU96UXFtYXFFL2s3MGdzUFdMb2drQW5PMXNjazZZNFA4MzVRM3V4dTZITFlxd0tsWTIvbEpSY3I2b3VWQ3ByVkNwREY4ZTRXZkg1em1KUmdJVjBwS1dsS1pmYkZhZTRlZVBHZ3Jsejc5MjkyeFdaYXdnRWd0SEJ3YU9EZ3draDJWbFpHOWF1UFgzcTFNN3QyOTkrOTkyMnZOM0QwMVA3cGJ1SHg5SERoMXNlbHB1VFF3aGh1bEcxMzV1Y2xGUmRWY1c4ZEhKMjF0NXI3K0J3SVNGQjllZ3ZhbTV1TGlIRTFjMU5rMkppWXVLak5YTEtlUFdnRWJ5MXpaVmYzM2tYY2ZSSlZheTh0ejFqNFptaXZXcUNNTkErVnhSVnEyNW56TGwrNDBoaDBaMjZPc1JSOXNxYW1sS3FxcmZmeTRsSVNWMTErODcxNms0ZWgzSDZ0OS9DUTBPN0xvNWV1bmh4MGZ6NTZiZHVhU2U2OWU2OTdhdXZ6TTNOTHlRazZIMlhxc1Z2amtBZzBEbUFxKy9HUWxQMTFNWk1sZUUveklGdU1YT0dvaWlkSGxDbUFPMXFmellXUGFWVzJxeHUraWJyL2FLR3JyMkRBOE5TRTlYcG91OUtsWG5UbkpjYnVpekdRVVdUbmZkemZpa3BNWFJCbm1RcFZWVXBWVlhqcmExbk96a0tPWjB3K0NYMTJyVTNaczdVdkJ3NWFsVEVLNjk0OWVtalU2dGpRNmxVSG91TjlmVHk2dVB0clozT0Z3aUVJaEdQenllRWNMaGM1a2pOM3BZdHpFV1BwdVRrNURpN3VMUThuYU9URXlFa0t5dnJHUjhmVFdKV1pxWkVLaFdMeFUyTmpZU1F1NC9lTjJTa3A3dTR1dXBFVFFlNW5EbFNNeHlwcHFibWcvZmVleWtpWXRUbzBSMjZFajFGVDdrN09GVzRHM0gwS1pGYWVmcHkrUytHTG9VUnFHaHFlai90RnVKbzkvaWxwR1RCalQ5djFyQ3RuaW9iR2hiTm44OXNPems3SHoxKy9OdVltSEhqeDNkaUhHVm1tOGpsOHUxUlVhZE9udFFrMGpTOVBTcXFwTGc0ZU13WVFvaTV1YmxBSUVoTlNkRWNjT2pnUVoxODRrNmMwRlJWTTI3ZlRybHk1WVZ4NDVpWFhBNm51Ym1aMldZR0gyMlBpdEs4OGVybHk4bEpTY3lKR0VjUEg2Nm9xR0MyTDEyOG1IcnQycmp4NDNWT055b29pS0tvbUwxN05TbXhSNDZjT0g2Y3grc3BsYm9PNnhFZklLdm0ydm5Tbng1M0JFM1RURk1CMDh4ZzNLT21uMUEwSVJSTkNFVm9RaE9hZXV3UDZXanVadzVpVHdleDUyT09lY28xcWRVZnBXZmtObUFLZGZjcGJteGNmdXYyeGo1ZVBtWWRYK1Z1eDdadHpOSzFZckg0cDU5L1pxWjRkam9lai9mRnRtMnZSa1M4T1d1V3U0ZUhUOSsrVEczNC9yMTdRd01DWmtSR0VrTDRmUDQvSmt6NCtjaVIrWFBtRFBiMVRVcE16TTdLMG1uUnpjck1mSGZSb2puejVoVVdGcTVkdGNyUnlXbmVnZ1hNTGtzcnEwc1hMeTVic2lSMHlwVGhnWUVSTTJZYzJMOWZVVmtaSEJKU2tKLy9iWFMwbFpYVjBtWExORmtwR3hxbVRKejRTbVJrWldYbE4xOS83ZVRzUEgvaFFwMWl5eDBkNXkxWXNQM0xMeFVLeGZQQndUazVPZDlGUjQ4T0RoNGVHTmdWVjZrN0dUNlVOcWhxRHQzZjJOcGVtaVlVUlFqVDRxNXByc2V3eFo2SmZoQStIeDlIR1RGMzE3emx0VVBFZmNKWDV1eXc3d3NLSHhOSE5WMVhGSVUvaG5aNmNLT24vMWVVSm1SalZsWlVYeC96anRhVGZ2eitlMlpqMllvVlhSUkhHYjUrZmlmUG5ObXhiVnRDZlB5cHVEaUtvdHpjM1Zlc1dqVno5bXcrbjg4Y3MyYjllcjVBY1BMWFgrUC8rQ053eElpWWd3ZURSNDdVenVTOTk5OVB1M2t6WXVwVWlxSkdCd2V2WEwxYXMxckMzUG56MDI3ZVBQTFRUdzV5K2ZEQXdBMmJObmw2ZWNYczI3ZCt6UnFwVkRveE5QUzlwVXMxazBvSklhKzkvcnF5b2VHTHp6N2o4bmdUSmsxYTl0RkhadWJtTFl2OXdVY2ZPY2psMzBaSHIxK3p4c2JXZHZZYmI3ejF6anZHUHFtVUVFTHA3VS91VHIva2I3OVFxbWZNMklQZmVZcEM0RFJlOUdOYkVKNjNqWHplOXRWdUswek0zcjBybGk5UHZucTE1YlR4bmlhenJ1NmRtN2RhcHRPRUpoUkYwUlJ1SjFtakNLMm1IOTZsNnhoc2JyN1dxeVBUTXhMT25YdDErblNtU3BweTQ0YXdHMmZkR0JDejJ0SEN0OS9XcnFRK2JRemZWNXBTY1Vwdk9rM1RGRUVjTlc2UHY5VzhWdkZidDVYRXVQd24rNTYrWkpwNlVBdkZYd1Y3TktFb2lzUFJleTFUcXFwU3Fqb3lyLzN5eFl2TXhvUkprNTZTT0FvTUE0ZlNHNHI0MXBaaWVBS3EvUEI0NVkzNUJmVjNERjJLSGllanRpNjd2bDRua2Y2YkdqNTBDRTBUaXRENkx1enZaV1VkeUsrd29JRFplRExtU2tMYkdUaVVYaTAvMllhandQaTEwby93djhvejNWNlVudTVVYVduTHhMWjBQMFBINkczN09sOWUwZGorUjR5VlBRekFjcm04TTRvR1JzT1F3NDVxbXhVWjFSY05XQURvUHEyME1keXJ2ZEh0UmVuUm10VHFzK1hsaGk0RmtDYWFUcSt0NjkvT29ieWFpU1Y2RnpwNFVwbExKTmw1ZVlZdWhZRVpzbFo2dC9ZNnJiZW53dEFqb2FBcjZQMVpLNW93YWZJUm1YWDFkYXBPZU40eXRGZkwzODRpcmNVTkFCN1BrS0cwcXJXdlVmU1NQb24wTmxFcW1rb01Qb2E4UnlsczhmV05xMk1vUlkyTmhpNENHQTFEaGxMVVNKNHErbHNnQ0tscTF0TTErTlJxR1VxaGU3UzgwVU90Rk5yT3NMVlNQV1BrV3Z2Q0JXUFhXbE1EN3FpMEZiZW9DYUdKeGxDS2xhaVZRbHNaTXBUV05Pc2JYa0hqcStQcFVxM3ZqdXFwMWRCaTFDaHVMYnRIeSt2YzhtY0IwQnBEaGxJMXJlZFpVZWduZmRxbzZDWkRGd0VBZ0JYRHI4SExra3pvTkV3VzVtNDYySnh2VFZHVW9ySDRUczNWeEpJalpZMWRPRGg3Z0hSMHFUSTN2ejZEZlZickI1d2loRlExbFg2U0Z0RnlieCt6b2ErNnJkZjN2citrVnA3K3NmVkZqTnRMczVqZmtkeFByNVNmNkt4c29hdjVTeVNyUE4wSklXZkxLN1prWmJjOFlJbWJhNUNWSlNFazlQTFZ0dFMyUEV4TVB2UHgvcUdnY0Y5ZWZuc0w4NW1QdDRlSnlXTU9XSGs3STdWRHl3a3hWbm02KzBza2Jmd2dBTjNBdUVQcFNKdnBZK3htY2JUcTFqS2hrMHpvNUdjNS91ZmN6MXBia3BBTmU1SDdKTWRGemlaOXY4MytzTk16QjJCdmlGVENwNmltUjhkRkN5aHFxSVcwWGZtb2FMcXl1Ym0rUTQ4WnYxQlJtVkZieDJ5YjgzalBXVWdMbE1wcldyR3pqTjNnMkpwbVZlWEQ1MzhCOUFSR0hFcWZzNTc2Z3QzcnpIWlJRL2I5dXB0Q2pvbW5tWitZYThhaitGT2NscFFwOCs3WDNlemNrd2JJUXAxTituWnVubzlSMXBqM1IvRit6Y3NoVnBOTXVPYUVrQ3ZsdjFZM1AraGlMS2pQN01RekZqWmtwVmFlSm9TVUs5dGRGd0dEeTFjcUhZVENaeVhtU1pVSzdYUi9xVVRNNFZRMk4wdmIvTUNUN1ByNlY2LzlyMlBGK0xHZ1VMUHRKaFkvWnlHOVUxdTM3ZDc5anVYVzBxZlplTFl4OUN6R0drb2xmR3ROSFAxdjN0YmtzbGhtVzhqcEZlbTIzcVZYUHc3aFBtLzc2aDRqcnp1V0tuTi9LOXlqZWRsUE1wSUpwUmZML3B0WGY3c3J6bmhUa1hCVGtkQVZPVU0zU0s2b25HUnJFMmhwb1JOS1IxaGFadGZYMTZ2VVVsTmovWk1INk1tTTllOXFpTlZFTHNWakZzVFh4RkZDaUZKZGV6aG55OHplLzdwZisrZmQydXZhYjNuV2N0d1FxMGsyUW1lYTBFVU5kMU1xVGwwcU8wNlRCNzB0Yzl3L2MrblZyNmE1NGovcHI0KzJmY1ZIOHB3WnoxTFJWSnBTY2Vwc1VZeWFxQWdoSy9zZEZYRjZNY2ZQZFBzWElXUjM1dExzMnRUM3ZMKzFGRGdVTm1TZXlQOXFzdU5pS2QrbXNxbjR5OXZ6RzlYMWZTVWpBbVJoOXFMZUFxNkpVbFZiM2xpUVduRTZxZlNvbW5SeUw0K0FJeDRtbTlKUE90SlNZRThSVG9ueS92WEtQNUpLZjI2bUg3U2s5WldNaUhCWlJRajU4ZjVHRHNVZEpndXpFYmtvVlhXM3FoSlBGVWJYTkZjd2grbnRLNlVJOWF6bFAzd3RYN0FWdVZHRW8yZ3FUbE5jU0NnNVZLZFN0RjRpTUlCYWxlcHFWZFVRcVZTN2pWZkU0ZmhKSkFmeTg0ZElIMm5qN2NYbGh0dlpEcFZLYllVQ0RrV1ZORFplcUtpTXljdG4zcWpUVjNyNDJjRW5TMHJ2MU5WTnRyV1JpMFFOS3RWbFJkV2UzTnlLcG80MHRGS0VqTGV4ZmtFbWN4U0xWRFNkVVZ0N3VMRG9pcUtLMlR2VnpuYW1vM3hGZXNhTGRyWStacVpxbXI1VlU3cy9MeitqN2tHamNjdSswckhXc3JIV01pZVJTS2xXWjlUV3hXZ2RETkFOakRXVTlqWWR6R3hjYjdFZWVsbGozcWUzSW5VU3B6cDlNTWdpUlBQU3llUVpKNU5udk16ODk5OWRyVDJUVmNBUnpmZjgwbEpnMzB3M2NTbStwY0ErMkRaU3hPMTFJbi9IM3hiSm5DOTd4WFV0bnlOaUpuZzBxdXVmdFJ3M3hYR0o1Z0F4MTB3dU5wT0x2YXlFOHYvbWJlM29SOWZEUW1BM3EvY21TNEdESmtVdTlwS0x2UVphQkVkbkx0TUplRUcyTDFzTG5abHRIay93ck9VLzNNMmUzWkd4U1AvY0pFSW9Ra1c0cnZZeGYwNlRZaTEwdHJaeDlwRUVmcDM1Ym0xelpTZCtFR0R2WEhuRkVJbEV1NDAzd0VJcTVGRG55aXUwUXltUG92N2w3ZVVzRXA4c0xUMVdYQ2ZtY2dNdExLYmEyZklwYWxkT3J0NmNSMWhhQmxoSUQrWVg1alRVOXpjemU4bkIzazRvWEhZcnZRT0ZYTzdlZTdpRjlHWk43ZDdjUERHWEcyeGw5YkdueCs2YzNLTkZ4WnBqVm5sNm5DMHZYNXAyeTRURGZkM0pjZU16ZmY2WmZ2dG1UVzNMM0JhN3VveVJXZDJzcWQyWGw4K2xxSWsyTnYveTd2TmhlcnFtdnhhZ3F4bHJLTFVTUG5qd1FvbFMvNSs5dGtFV0lVd2N6YXUvZmJyd3UyWmFHV2c5emN0c2lMZjVzQ0ZXRTVQTC9xczVVc0FSYzZpcUwyL1BLMmpJSENCOS92K2NQeVNFRExHY2NMSmdsNHB1M3BlOWFxVE5TMTVtUXdnaEp3dDM1OVdsRnpUODFVOXB3cFhVcWFwTzVPM2tVWHhGVXpHUDRvKzFmNE1RVXFlcWlzMzlvckt4MEU3c1BrbStpRXZ4ZkMxZTZNUlFTaEZxdXNzL21UaGEwSkI1dWV3WExzVWJLcHRzSlpEYmk5eGZjdmtvT3V1UjUvRmFDNTJ2bEo4NFZiaUhTL0VteWhjK1l6NWN5cmVaSUYvd3d6MzlRNFVEWkdGTUhLMXNLanBUdEsrbXFXS29iTEtYMlJDWjBIR00zV3MvNTM3T3N2d0o4ZkUvSlo5bW1VbGIzRTVQSjRTa1hMa2lrYlp2QUU1M1VscFlzc3dodWFLeTBaWFdidU1kYVdseHE2WldaL0dIWVJaU043RjRiMTcrd1lmOW1yRkZ4YnNIOUF1eXNtd3RsSnJ5dUF0dTNNcHJVQkpDcmxmWE9JcEVJeXd0SElUQy9IYXVDalRTMG1LNGhUUyt2R0pMVmpaekczdTBzT2p6dnMrODV1aVlWRmxaK0hCaGhQOVZWMjI5KytDNXJhdHVaK3dlMkgrdXMvUGltMms2dWZtWW1vNlJXWjBycjlqOE1MY0xGUlU3K3ZXYjdtQy9Mb1BWTUlLS2lncTNqajdnSlRVbEpUZ2twQTBId2hQQ1dFT3BpUHVnb2JWWi9mZC94a090SmpFYmU3TlhNaTJaOTJ2Ly9NRG5leE91K2JPVy85QU9wWVNRVXdYUlRJRDhYK1h2bzJ5bTI0cmMrQnlSR2MreXNxbjRidTMvQmplTllRNHJxTCtUV1pPaWM2S1RCYnN2bC8vQ2JITUlKenB6bVoyNGQxVlRLWE5rYm4yNnIrVUx6aVo5K1J5UmlHdmFvS3JwakN0QlBNejg1R0l2UWtpSjh2Nk9qRVhNTk0wcjVYSHZlbjlqeXJOME4vVjFOdkhSSG41VjFwaDNOUGR6cG1YNzBQMVAzdmZaTCtMMDZpc1pJZUNJRzlXNmo4bGsydEtaamYzWnE1a3JrMWx6ZGJiN2xvckdndUlHdlUrb2JwK2podzlubk9xK1ZScm16Wm5UYmVmcWdNa0h2aWNtdmRqa1VLOVdYMVVvTkcyOHZiamN3ZWJtMzdTSWp1ZktLLzZzcnFuUkdnZmJpOHV0YW02MkY3YjZ3T3JjaGdZbWpqTHVOelFRUXFSOGZudEQ2UWhMQzBMSXZyeDhUWE5RdlZwOU1ML3dIVGVYNFJZV2h3dUxtTVJmaXY5YUJxdGVyYjVRWGpIV1dtWXJGQlFwZGU4SkNDR0hDNHMwdVJVcUc5KzltVmJaekhhK01xc3A3cGdnLzVReDFsRGFxRzVndWkwRkhQSGpqNlFJSlRmeElvU29pWHFhODEramtMZ1VseEJpSis3TklSenRuc3ZDaGl6TmRrMXpwUzBoaEJBZVI5Q1dVbVhYcEdxMjFVUmQwSkJaMEpBcDVkdjBsd2JKeFY0dXZmbzVtdlI1ZVBaT3UvTHVEOXU2TDVVZDF5eDNvRlRYcGxTY0dtSDlFaUhFelhTZ2RpaTlXM05kMDBPc1ZOZm0xOTN1YlRxWVF6aTJJdGVjT3QxYmZnRkh4TFFHMTZrVW1pcDRNOTIwODg3aXppcC8ySXN2RnNtN1k1V0cyK25wU1ltSjI3LytXdHFEYTZXbkxDeXpXRGRMeHBkWEJFaWx2aEx6NUVyRmN4WlNEa1dkSzY5b2VWaXRxbm0wek1ySDFOUmVLTFFUQ2kzNFBPYmhZcTFsVy9Wb3QyaXpXazBJNGJZL1pOZ0poWTAwWGZCb0FMNVhYOC9zMHFUa056eHlBTE80dkwxUXFCTks3WVFDUWtoT1E0TjJZc3RucDNjQXEzV204SkNHcDR5eGh0TEt4a0k3a1RzaHhGcm9wQjM4bU5nWlpQdEtSdldsM0xwYmhCQUJ4NFJEdUV3MVVSTjFORGlFSytUMnFsZjlOZU5OdTJhbXRSNVRtNzR3ZERvTzNYb05uQ0NmejVTVENhNHF1cGxIQ1FnaE5OMXB3NDU2OFNUTVJsWFRJK3ZDS3g2K1pBYjlhdWhVUFd1Ykh6UURDcmw2S2tPYVlWWjF6VldkVldBZGdTTkhEcGo4ZkJkbHJpMW03OTZreEVUZlo1KzFzYlh0aHROMVRIeFdObUVkU2k5V0twUnFPdERDSXJsU01jTFM4bnAxZGN0Wm1OWUMva2J2UGpLQjRIWk5iV1pkM1I5bDVlbTFOZk9jbmQxN1BXNXBoVTZoOXhsQlRDMnVTV3V0UGc2bDh5N0N6SGJWZVNQM1FmMnY4ME9YaFlWRmV4L0RPVHN5OHN6cDA0U1FnWU4xdjJyZ3lXYXNvVFNySnBVSlVmMmtRZGNWWjdWM2VaZzlHMndiR1d3YldkYVk5L210MlUzcUJwcW9LY0pScXV2VzNRajkyNXpaUFBPcmlmN3JQdHBDWURlejkvL2pVWUltZGNQRjh1TjNxcS9jcjcwNXczVTFNMkNxRTFmdDF3eStOZWZMdE5NbEQxL1dQanJzU0NwNEpKRDA0ajJvb3VsdGNHNVExK2tjeHJBVnVkVTFWMm5tdGtLUG9sU3JMeXNVUTZSU0t6NS9nTG5adHJ0NkpuUys1dWhvSXhCOGtwV3RYV0UxNTNmSEYwS0JVdWtpRnRrSkJZVmE5VXRua1pnUVVxTFZvU3NYaVhLMUtxYXVZakZOU0Y2RGJtTXlVMG1WaTBSWmRYL2RJNzdzWUcvTzQrMjRuOVBGSHdYZ0FVT3V3Y3RHY21rczAwclpWeEtvNmN4ajVwdE9sajlvZTd4Zit5ZE4xR3FpS216SUpvUUlPU2FhMVJYRVhMTUlsMVZqN0Y1N3hueDR1ODZyQ1lHVXZrdW5YZGQ4eG53NFV3RTlVN3ovUlA2T2pPcExTbld0bUdldWt3OTc5MnIvWkRiOHJTWm8ybzJGSEpQQkQwY3NaMVpmMVQ3ZTA4elBqR2ZGYkp2eUxKMTcrVEFMNFJiVjYxbHRybEZkWDZLOHoxd3gxMTREbUVRK1IvU0crNytYK1h5L3pPZjdUbXlwaGs1MHJyemNoTXVaNytLc3B1bnpGWHBhZHlVOEhpSGtWczFmOTArKzV1WU9RaUczNnp2NW1QTE1jUGhyd0xtUXc1bHFiNnNtSkxIaXIzYWRGKzFzTlg5akxtTFJVQXZwamVxYThpYmR2b0NraWtwQ3lHUmJHMDJLalVBd3hjN1dRU1FrQU4zRldMOEh5eHJ6ZmkvYUYyd2JTUWlaTEYvc2J6VXhwemF0RjAvaVplYlBURWRwVU5lZUx2eVdPZmhTMmZISjhyY0pJZi9uOHVFdmVkc3JHZ3VEN1daNm13OGpoTVFYZjU5V2RhSHQ1MjFVUCtpUzhiTWFieVdVMzZtK3drU2FscFFQNjNPMklqZG1ZNEQwZWZ1SGpiMDhpcy9pMHovaWRsVnlxVEpISm5TeUZqclA4OWg2dWZ3WERzVWJhalhabEdkSkNFbXZUdFpaeklGSENlWjRmUHBIVVl5YXFJTnNYbWJpL2Y4cXoyaFhxYlZkTERzMndXRUJJZVFWdDdVSnhUOHFta3A4TGNlS3VXYUVrSXpxeXlvYTY3ZjFSSmNWaWdhMWVxaFVja21ocU5HMytGOVNaZVZBYzdNUDNkMlBGUmMzMFhRL005TVhaREtsbWhaeUtCR0gwNlVQUlRsYlZqN0N3aUxJeWxJbUVDUldWQXE1bkRFeUt3ZWhNRG8zVC90cDJ4NjllbTE2cGs5OFdibVV6NTlrYTlPa1Z1L1F0MTVTYW5YMTcyWGx3VlpXTXI0Z3FiSlN6T1dPdDdhbUNXbHRIREpBVnpEV1VFb0lPVk8wbDB0eFI5bThUQkhLWHVTdWlWSk1ITjJmdmJxeTZjRWN0VXRseHozTi9KNHhIeTdsMjc3cytySG1zSnk2dEQrS1k5cDEwcnk2QjJISngvdzVIL1BuZnJ5L3NiVlFtcVpJRExFck4rVlpEcFErNzJUeURDRzBwY0JCUlRkeEtUN1R5cXBwbUdWSlRkVDc3MzQ4cy9lL3BId2JlN0hISlBuYmY1VzIvdmFoKzV0MGppOVIzcmNTT3I3b3RGU1RVdGFZZHlML3E5YnlUeW85Nm1ZNjBNZjhPUkduMXhpNzF6VHBwY3FjeDd3TERFdXBwaTlXS2taYVdzVHJHM0JFQ0RsV1hNS2xxSEhXMWd0ZFhlcFVxc0lHWmRUZCt3SU90Y0RGK1ZtSitmbUtMcHd1VEJPeTRVN21KRnViTVRLcjE1emt6S0lLWDkzTHVWcjFTSC84cDFuWkl5MHRJeDNsaldyMXhVckYvcno4Z2xhR0NuK2VmVGVqdG5hc3RXeTJrMk5OcytwbVRjMit2UHpjUndjaUFYUXBJdzZsaEpEZkN2ZmNxRHczVEJiVzIzU1FHZCtLSnVweVpmN3Q2a3ZuUzM3U1huQ0FKdXFZdTJ2OHJjWVB0bmpCUnVUTUlkeUt4c0xVeXQ4dmxCNXBVcmZ2NysxNjVSa0hFOCsra2tCVG5xV2lxYmkrOVFrdGRTckZyc3dsTDlpLzRXTFMxNVFuTFc4c09GMzBYVkZEOXNzdXE1bTFoNWhSVVoyaVJIbC9hL3FjQUZsWVA4a0lTNkVEaDNDS2xmZFRLMDRubC8yMzVTUE1NcW92eCtaKzhZTDk2L1ppRDZXcTlrL0Z1ZDhLOTlTcFdoMVZSQlA2d04wMWZwYmpmUzNIMm9yY2FLS3ViQ3k2cVVnNFgvSlRnMXJQZkhrd2lFc0t4YVRMajdUa2I4N0szdnpvSTJKMGxsUDR1YWo0WjYwbEVSZ25TaDZNVnJ0VFY2ZWQ0WXRYZEtkK0hTb3NPdlJ3NHNwalpOZlg2eFNNRUtKdTVlemFxcHFiLzVXWnBYZlgya2Nuak5LRUhDc3VPVmFNWjhpRHdSaDNLQ1dFRkRaa0hzbjk5OThlUmhQMXhiSmpGOHVPdFhiQTE1bnZ0a3hzK2ZnWE5WR2Z5Titocy9qUnA3ZG02czJ6VkprYmMvZGpuY1NWL3d0NXpNdkgreng5ZG11N2xPcTZzOFV4Wjl0V3ljNnVUZjNxenR0NmQvMWU5TjN2UmQvcEpOS0V2bFIrL0ZMNThiWVhGUURnNldISVlVY2MvU05XTUIvckNkWEtlSlpXZmcwQUFJeUdJVU9wR2MvQ2dHZUg3dGJLTENNSjM3cmJpOUp6Q1RtNmY1SllOYWQ3dEx6VEU3WDRXUUMweHBBVkFuTjkzNkUwdmp1ZVVIUXIxVklMUWM5ZE1LSDdXZkk3YldpMzhXcGpMMnpub21uZGJ4NXJZWnZXT0FNd2NDaVZQTHFrQUVQdlNpakEzcCtLYyszcWwrMTBGSzBubUZLRXcwemFBWVpNb1B2MWpadExRN0Z0OGJNQWFJMGhXekRNQmEyMTdLRzc5RW1rcjFKcUpYVFFkK2pUeTBxZ1d5dEZIRFVVV3lFV2VZQzJNbVFvYmEyVHJFVkRDeGk5MW02T05Dc29BY09LcjZjbWhGdkxidER5UzJlZ21hbEJTZ0xHeUpDaFZDNzJZaGJOMFlGQStpVFNIdzRHV1l6cDlwTDBhSzVpa1pTbjIrMkN2NGp1MTkvTTFLYjl0VkllbDh0c3FMdHl1U2pvZ1F3OFJNM1hjcXhoQ3dEZGdHNmxDOXlNWituYXE3OGhTdFJ6Y1NscW90WnlzbHBRTmUwNmVuNDVYNURwR2NueHQrd2VMaXhjV0ZEQXVsUi83LzY5ZTh1V0xCbnU3Ky9sNnZwcy8vNnZ6NXg1TGo2K2plOHRMeTkzazh1M2JOSmREVTFiem4zOVM3bTFTMjF0clp0Y3ZtbkRCdlpaOVdRR0RxWCtsaE1NV3dEb0JxMVZxbnd0eDNWelNZekNPR3U5WCtJVWpXZGdkZ21xNVcyS2xNY0xzdXJJYURpNVhNNXNaR1ZtL3QyeGJOMUtTeHNmRW5MbzRFRVBENDhwNGVGKy92N0ppWW1SRVJIUnUzZDNTdjZmYmRueTFyeDU3UFBoY0RneW1heVg2UlBlV203ZzJmRXlvYU5icjRIWnRhbDY5OUkwVFhFbzNJNGJNVXJQSEFNTlg4c1h1cms0UmtIQzQ3M3U1TGk3eFdyc1RNMmVKalFoK0t2b0JEUkZxRlp1VGhhN3VYWXNULzhoUTVpTm80Y1BMMSs1VXRpVkE1YzJiOXpZckZMRm5qalJ0MTgvSnFXMHRIUnFhT2pHOWVzbmhZYktPbFNyMW5ZK0lhRlRtcW5GWXZHbFZQM2Y4RThTdzg5Qkh1L1E2bzBQUlZHRUpqU2JKNGlDUVdpQ1ordHhkSmhzaXBWQTNuMUZNaXBodGphQkZ2b1hNS0VJUlQyb25qSi9HRFQrdGVzZi9XQ0RVTFQrRnBOZ0t5cy9pWG5IZm5DK2ZuNk9UazZFa01yS3l1K2lvenVXU1J1bHBxUU05dlhWeEZGQ2lFd21XN2hvVVdOalk5S0Zkanp0Q2pxRjRVT3B2ZGdqMVBHZHh4eEFVUlQxOEJ2alFWU2w4Sy9uL1h2d1BVVm9tcEMvdTVlMUVOaTlZUDk2NS80aVBXSGVjWFdSdC83RVRZbzh1TlUwOUUvZCtQNVJEMzlmOWJMZzg5NTBkbVR6Z3d1Zk5vM1orSC9yMXYydksydGpVZ3VMOUxTMDBwSkhGdkdmRkJhV2tKejh3cmh4aEpDUzRtSTN1WHpyNTU5cjloYms1N3ZKNWR1am9qUXB6YzNORzlhdUhkeXZYMTlQenpkbnpkSzBTdy93OXI1eTZkS042OWZkNVBMdll4NnM3QjJ6YjkvWTU1OW4rbVdYTEY2Y241L1BwRmNwRkc1eStlNmRPNWNzWGp6QTIzdUF0L2ViczJabFp6MTRGRUhMdnRJZkRoeVlNSGFzdDd2N2NILy8xU3RYVmlrVVhYZVZ1bzNoUXluVFk5cFhNdUp2RHFJSW9SNThlUmo2dmhiLzlQMTc4RDNGL1ArYkgrWjA1My95S1V6YWV4d2hsL05Kbno0ZHJoNUJCemlLUko5NDl6RjVPQXEzWStiTW02ZnBNWTJZT2pYeC9QbE9LcDJ1MlhQbVZGUlVoSXdldlc3MTZuUHg4ZlgxOVlRUWtVZ2tkM1FVdEhseGllK2lvNC9GeHM2ZFAvK051WE12bkQ4L0xTeXN1S2lJRUJLMVk0ZUhwNmVMcSt1dVBYdEdCZ1VSUXRhdVdyVmkyVEtadGZYeUZTdW1USjE2L05peHNBa1R0RWRYYmQ2NHNhaW82TUNoUTkvdTM1K1huNi9KU3Nlbm16Y3ZYN3BVSXBGOHVITGw1TEN3Ny9mdmYzUDI3Q2VnNWJHbnJDUWU3dlJCY2NQZEVtV09vUXNDWFM3UWVwcmN4TXZRcFRBQzVuemVhaytQNDhVbHUzTnltNHovdTZhSEd5S1JmT0R1MW5JTjVQYnExYXZYdjcvNFlucDRPQ0drcnE3dTVmLzd2NUdqUnMySWpQVHc5T3p0N3Q2R0ROcnE1VmRlb2RYcUxaOTg4czJ1WGQvczJzWGo4Zno4L2NQQ3c2ZTk5QktuUFovaWNHeXN2WU1ESVdSVVVGQjRhT2oycUtqVjY5YU5EQXFTU0tYS2hvYmdrQkJDU05xZmYwYnYzajFoMHFTdDI3Y3o5Wm1Rc1dPbmg0ZHYzcmp4My8vNUQ1T1BtWm5acmoxN1JDSVJJV1Qzbmowamh3MzdjdXZXTmV2WGE1K3J1S2hvMjlhdDQ4YVAzN1p6SjVPUGpZM051bzgvdnBpY1BEUWdvQk12VHZmckViVlNRb2lBSTVyai9ua2ZNK08rbXZDM0FtUmhMOWkvWWVoU0dKTUpOdGFmK3p6VFd0Y3BzRGRFS3RuUXgvT2ZudTdzNHloamFFQkExSTRkZ29kamp1TFBucDM3K3V2QkkwZTZ5ZVd0L1pzMHJpT2oyV2RFUmlaZnZmck5kOSs5Tm50MmIzZjNwTVRFNVV1WHZqeHRXa09iSDNzK0pUemMvdUVFSGw4L3Y0R0RCdjErK25UTHcwN0d4UkZDRmk1YVJEMWNzMnhvUU1EUWdJQlRjWEdhQ3VYa0tWT1lPRW9Jc2JPM0h4SVE4RnRjbkU0K1o4K2NVYWxVTTJmTjB1UXpmY2FNNDNGeGd3WU42c0RINzFGNlNpZ2xoSmp3ekY5MVcvZWkwMUlCUjJUb3NrRG40MUw4bDV4WFRIUll5T2xKdjNWR3dWa3NXdWJ1ZHRCMzBOTGVia09sRXF3Tnk1NEpsK01zRm8yMWxuM1Z2KzgvUGR3SG1PbFpLNGFOQ1pNbUhZbU5kWFZ6Njl4c1d4SUlCS09EZzFldld4ZjMrKysvbnpzWEhCS1NuSlMwYy92Mk5yN2R3OU5UKzZXN2gwZHVqcDZtUVNaUnAxYnQ0ZWxaWFYxZFhZeS9vV1FBQUNBQVNVUkJWRlhGdkhSeWR0YmVhKy9nVUZCUW9GS3BIc2tuTjVjUW9uMVpURXhNZlByMUU0cU0vanUvcHpUd2F2aGFqTzNkYTlDQmUydno2bThidWl6UWFjejVzbGRkMTl1TE83T0I2MmtqNW5CR1dWcU1zbnhRUFMxUUtzc2FtOURzMjE0U0hzOVdLT2lzQ3VoaitQVHJkeVloNFVKQ3dnOEhEbVRjdmwxV1ZxYTM3N0JqTGwyOCtGMTA5RnVMRi9meDl0WWt1dlh1dmUycnIvd0hEYnFRa1BEMnUrKzJmSmRPWUdNaXNjNEJYSDFkeFhyN01wbXBNbnlCb0tteGtSQkN0NWc1UTFFVTllaksyMHdCMnRYK2JDeDZYQ2dsaEVnRnR2TThvN0pyVXErVW4vaFRrZEJNTnhxNlJOQnh6aVo5L2F6KzBWOGFoSEZHbmN0ZUtMVEhldXM5M3ZEQXdPR0JnWjJlclZLcFBCWWI2K25scFIxS21jQW1GSWw0ZkQ0aGhNUGxNa2RxOXJhTTVVV1BwdVRrNURpN3VMUThIVFBESnlzcjZ4a2ZIMDFpVm1hbVJDb1ZpOFZNS0wxNzk2NzJXekxTMDExY1hYV2lwb05jemh4cFkvdmcwWW8xTlRVZnZQZmVTeEVSbzBhUDd0Q1Y2Q2w2Nk4wQlJhamVwb09tT1grNHZPL0J5ZkxGYnIwR1N2bDZWMU9EbnNpY1orVWc5Z3l3Q2wzY1ovZWJIcC83V294RkhBWG9SQUhEaHNubDh1MVJVYWRPbnRRazBqUzlQU3FxcExnNGVNd1lRb2k1dWJsQUlFaE5TZEVjY09qZ1FaMTg0azZjMEZSVk0yN2ZUcmx5NVlXSHZiWmNEcWU1dVpuWlpnWWZhYytpdVhyNWNuSlNFbk1peHRIRGh5c3FLcGp0U3hjdnBsNjdObTc4ZUozVGpRb0tvaWdxWnU5ZVRVcnNrU01uamgvbnRWaDMydWowOUE4ZzR2UWFZalZ4aU5WRTVtVk5jNFdpcWFSUlhXL29ja0ZMVkMrdXVTbmYwb1NMK1JzQVhZdkg0MzJ4YmR1ckVSRnZ6cHJsN3VIaDA3Y3ZJU1QxMnJYNzkrNE5EUWlZRVJsSkNPSHorZitZTU9IbkkwZm16NWt6Mk5jM0tURXhPeXRMcDBVM0t6UHozVVdMNXN5YlYxaFl1SGJWS2tjbnAza0xGakM3TEsyc0xsMjh1R3pKa3RBcFU0WUhCa2JNbUhGZy8zNUZaV1Z3U0VoQmZ2NjMwZEZXVmxaTGx5M1RaS1ZzYUpneWNlSXJrWkdWbFpYZmZQMjFrN1B6L0lVTGRZb3RkM1NjdDJEQjlpKy9WQ2dVendjSDUrVGtmQmNkUFRvNHVDc3E3dDJzcDRkU0hhWThDMU1laGpJQ3dOUE8xOC92NUprek83WnRTNGlQUHhVWFIxR1VtN3Y3aWxXclpzNmV6ZWMvZU9ydG12WHIrUUxCeVY5L2pmL2pqOEFSSTJJT0hnd2VPVkk3ay9mZWZ6L3Q1czJJcVZNcGlob2RITHh5OVdwemlZVFpOWGYrL0xTYk40Lzg5Sk9EWEQ0OE1IRERwazJlWGw0eCsvYXRYN05HS3BWT0RBMTliK2xTTzN0N1RWYXZ2ZjY2c3FIaGk4OCs0L0o0RXlaTld2YlJSMmJtZXU2cVAvam9Jd2U1L052bzZQVnIxdGpZMnM1KzQ0MjMzbm1IMHZjd1krTkNQUUZ6WXdIYUltYnYzaFhMbHlkZnZhcnBwd0VBOXFvVWlvRStQZ3ZmZmx1N2t2cTA2YUY5cFFBQUFNWUNvUlFBQUlBVmhGSUFBQUJXakd6WUVRQUE5Q2ptRWtsMlhwNmhTMkZncUpVQ0FBQ3dnbEFLQUFEQUNrSXBBQUFBS3dpbEFBQUFyQ0NVQWdBQXNJSlFDZ0FBd0FwQ0tRQUFBQ3NJcFFBQUFLd2dsQUlBQUxDQ1VBb0FBTUFLUWlrQUFBQXJDS1VBQUFDc0lKUUNBQUN3Z2xBS0FBREFDa0lwQUFBQUt3aWxBQUFBckNDVUFnQUFzSUpRQ2dBQXdBcENLUUFBQUNzSXBRQUFBS3dnbEFJQUFMQ0NVQW9BQU1BS1Fpa0FBQUFyQ0tVQUFBQ3NJSlFDQUFDd2dsQUtBQURBQ2tJcEFBQUFLd2lsQUFBQXJDQ1VBZ0FBc0lKUUNnQUF3QXBDS1FBQUFDc0lwUUFBQUt3Z2xBSUFBTENDVUFvQUFNQUtRaWtBQUFBckNLVUFBQUNzSUpRQ0FBQ3dnbEFLQUFEQUNrSXBBQUFBS3dpbEFBQUFyQ0NVQWdBQXNJSlFDZ0FBd0FwQ0tRQUFBQ3NJcFFBQUFLd2dsQUlBR0tYNzkrNHRXN0prdUwrL2w2dnJzLzM3dno1ejVybjQrRGErdDd5ODNFMHUzN0pwMDJPT3libC9uMzBoYTJ0cjNlVHlUUnMyc00rcUowTW9CUUF3UHJmUzBzYUhoQnc2ZU5ERHcyTktlTGlmdjM5eVltSmtSRVQwN3QyZGt2OW5XN2E4Tlc4ZSszdzRISTVNSnV0bGF0b1poZXE1ZUlZdUFBQUF0TnZtalJ1YlZhcllFeWY2OXV2SHBKU1dsazRORGQyNGZ2MmswRkNaVE1ZeS8vTUpDV3ExbW4wNXhXTHhwZFJVOXZuMGNLaVZBZ0FZbjlTVWxNRyt2cG80U2dpUnlXUUxGeTFxYkd4TXVuREJvRVY3R2lHVUFnQVlINm1GUlhwYVdtbEppWGJpcExDd2hPVGtGOGFOSTRTVUZCZTd5ZVZiUC85Y3M3Y2dQOTlOTHQ4ZUZhVkphVzV1M3JCMjdlQisvZnA2ZXI0NWExWldaaWFUUHNEYis4cWxTemV1WDNlVHk3K1BpV0VTWS9idEcvdjg4MHkvN0pMRmkvUHo4NW4wS29YQ1RTN2Z2WFBua3NXTEIzaDdEL0QyZm5QV3JPeXNMR1p2eTc3U0h3NGNtREIyckxlNyszQi8vOVVyVjFZcEZGMTVuYm9KUWlrQWdQR1pQV2RPUlVWRnlPalI2MWF2UGhjZlgxOWZUd2dSaVVSeVIwZUJRTkRHVEw2TGpqNFdHenQzL3Z3MzVzNjljUDc4dExDdzRxSWlRa2pVamgwZW5wNHVycTY3OXV3WkdSUkVDRm03YXRXS1pjdGsxdGJMVjZ5WU1uWHE4V1BId2laTUtDd28wR1MxZWVQR29xS2lBNGNPZmJ0L2YxNSt2aVlySFo5dTNyeDg2VktKUlBMaHlwV1R3OEsrMzcvL3pkbXphWnJ1dkF0akdPZ3JCUUF3UGkrLzhncXRWbS81NUpOdmR1MzZadGN1SG8vbjUrOGZGaDQrN2FXWE9KeDIxSkVPeDhiYU96Z1FRa1lGQllXSGhtNlBpbHE5YnQzSW9DQ0pWS3BzYUFnT0NTR0VwUDM1Wi9UdTNSTW1UZHE2ZlR0RlVZU1FrTEZqcDRlSGI5NjQ4ZC8vK1ErVGo1bVoyYTQ5ZTBRaUVTRms5NTQ5STRjTiszTHIxalhyMTJ1ZnE3aW9hTnZXcmVQR2o5KzJjeWVUajQyTnpicVBQNzZZbkR3MElLQ3pyMUMzUWlnRk1FcTVEUTJWVGMxR2Z6UGY3U3o0UEVlUnFOdE9kLzdjdVI5LytPRjJlbnBaV1puZVdocWpYLy8rLy8zMTEvWm1QaU15Y3RyMDZlZlBuWXYvNDQ4TDU4OG5KU1ltSlNZZU9YUm96Lzc5b3JaOXhpbmg0VXdjSllUNCt2a05IRFRvOTlPblY2OWJwM1BZeWJnNFFzakNSWXVZK0VjSUdSb1FNRFFnNEZSY25LWkNPWG5LRk0xSjdlenRod1FFL0JZWHB4Tkt6NTQ1bzFLcFpzNmFwY2xuK293WkFjT0d1WHQ0dFBlejl6UUlwUURHb1ZEWitFdEp5ZldxNmtLbHNrYWxNblJ4akpzVm4rOHNGZ1ZZU0VkYVdwcHl1VjF4aXBzM2JpeVlPL2ZlM2J0ZGtibUdRQ0FZSFJ3OE9qaVlFSktkbGJWaDdkclRwMDd0M0w3OTdYZmZiY3ZiUFR3OXRWKzZlM2djUFh5NDVXRzVPVG1Fa043dTdqcnZUVTVLcXE2cVlsNDZPVHRyNzdWM2NMaVFrS0I2OUJjMU56ZVhFT0xxNXFaSk1URXg4ZEVhT1dXODBGY0swTk5kVVZTdHVwMHg1L3FOSTRWRmQrcnFFRWZaSzJ0cVNxbXEzbjR2SnlJbGRkWHRPOWVyYXpvMy85Ty8vUlllR3RwMWNmVFN4WXVMNXM5UHYzVkxPOUd0ZCs5dFgzMWxibTUrSVNGQjc3dFVMWDV6ZEhwVlZTb1ZWOStOaGQ2K1RHYXFEUDloRG5TTG1UTVVSV2xxbjlvRmFGZjdzN0ZBclJTZzUxTFJaT2Y5bkY4ZUhhVUpuU3VscWlxbHFtcTh0ZlZzSjBjaGgyckRPLzVHNnJWcmI4eWNxWGs1Y3RTb2lGZGU4ZXJUUjZkV3g0WlNxVHdXRyt2cDVkWEgyMXM3blM4UUNFVWlIcDlQQ09Gd3VjeVJtcjB0VzVpTEhrM0p5Y2x4ZG5GcGVUcEhKeWRDU0ZaVzFqTStQcHJFck14TWlWUXFGb3ViR2hzSklYY2Z2Vy9JU0U5M2NYWFZpWm9PY2psenBJMnRMWk5TVTFQendYdnZ2UlFSTVdyMDZBNWRpWjdpQ2J3N0FIZ3lWRFExdlo5MkMzRzBlL3hTVXJMZ3hwODNhOWhXVDVVTkRZdm16MmUyblp5ZGp4NC8vbTFNekxqeDR6c3hqaEpDQW9ZTms4dmwyNk9pVHAwOHFVbWthWHA3VkZSSmNYSHdtREdFRUhOemM0RkFrSnFTb2puZzBNR0RPdm5FblRpaHFhcG0zTDZkY3VVS001R0dFTUxsY0pxYm01bHRadkNSOWl5YXE1Y3ZKeWNsTVNkaUhEMTh1S0tpZ3RtK2RQRmk2clZyNDhhUDF6bmRxS0FnaXFKaTl1N1ZwTVFlT1hMaStIRWV6K2dyZFViL0FRQ2VTRTFxOVVmcEdia05EWVl1eUZPa3VMRngrYTNiRy90NCtaaDFmSlc3SGR1Mk1Vdlhpc1hpLzkvZXZjZEZWU1o4QUgvTzNFR1pHOE4xdUFZb0lXWVNLQm9xUnFRckVycllyaXlGcVdtb21hWVdycnFZZ3U5cXRhdXBnYVdHbFpkeVRUZlhTdXd0RlZBUVRYTXJid1Nvd0hCUllJYjdjSm16Znh5ZEhXZEdGemhjQnZoOVAveHhQSFBtbVlmaDQvem1PYy90eTYrK3NyTzM3OUk2M3NQajhiYW1wTHdVRXpOLzltd3ZiMisvWWNPWTF2RHRXN2RHQndmSHhzVVJRdmg4L3U4aUlyNDZjbVRCdkhrakF3Snlzck1MQ3dxTTd1Z1c1T2Uvc1hqeHZQajRzckt5OVltSkxxNnU4UXNYTWcvSmJXM1A1K1ltTEY4ZU5YMzYySkNRbU5qWUEvdjJhZFRxc1BEd1VwWHFrN1EwVzF2YkZRa0orcUswVFUzVHAwNTlNUzVPclZaL3ZIT25xNXZiZ2tXTGpLcXRkSEdKWDdndzlZTVBOQnJOTTJGaFJVVkZuNmFsVFF3TEd4c1MwaDN2VWs5Q2xBSllvczlMeXg2Um8vcXVLNHJDR040T29nbE5FWXFZdjVGTEU3S3hvR0Q3TUQ5eFo5dEovL2o4YytZZ1lmWHFic3BSUmtCZzRJbVRKM2VrcEdSbFpIeVhuazVSbEtlWDErckV4Rmx6NXZENWZPYWFkY25KZklIZ3hQSGpHYWRPaFl3YnQvL2d3YkR4NHcwTFdmYm1tMWV2WEltWk1ZT2lxSWxoWVd2V3JoVkxKTXhEcnk1WWNQWEtsU05mZnVtc1ZJNE5DZG13YVpQUGtDSDc5KzVOWHJkT0twVk9qWXBhdG1LRm81T1R2cWlYNTg3Vk5qVnQzYnlaeStORlJFWW1yRnBsSXhhYlZ2dXRWYXVjbGNwUDB0S1MxNjJ6ZDNDWTg4b3JyeTFkYXRTbDJoZFIvV0J1TEVCNzdQL3NzOVVyVjU2N2VGSGZUMk94OGhzYWxsNjVabnFlSmpTaEtJcW1DTUYvVzVZb1F1dG9Rc3graUk4VWk5Y1A2Y3owakt6TXpKZG16bVNhcEpkKytVWFlnN051ZWxHTlJqUEN6Mi9SNjY4Yk5sSUhHdlNWQWxpYzl3dHZtVHROVS9kYW9jaFI5bWhDVVJTSFkvYTl2RlJUYzZtbXRoT0ZYc2pOWlE0aUlpTUhTSTRDQTFFS1lGbnk2aHNLR3h1TlR0S0VKZys1SndtZFI5T0VJclM1Ti9hSHlzcE9sS2RmU0s5L3pKV0U5a09VQWxpVzcrN2VOVDM1c0w0OVlJOHkxekk5VTFYZDNQRXR4aXJ2QjdCU3FleUtxa0dmZ1dGSEFCYWtSYWM3WFZYVjI3VUEwa0xUMStzYmhuZHdLSzkrWW9uWmhRNzZLN0ZFVWxoUzB0dTE2R1ZvbFFKWWtQeUd4b2EyTHRodkdUckt0R1ZhYnJDNEFjQ2pJVXBob0dDV2dERmRPODJpbEpsOGZHT0lVVzhwYjI3dTdTcEFuNEVvaFlIQzBkSFJjR0NJWlRLTlV1Z1pwbjNSYUpWQyt5RktZYUJnMWhFdEtTN3U3WW84U29WSlN3akRqWHBMaFJhdFVtZ3ZSQ2tNRk13NjNSZk9uKy90aWp4S2s4bW9VZHpnN1JtbTc3UHAzd0xnWVJDbE1GRHdlTHpBb0tCdmpoM0RDbDhBMExVd0dRWUdrTGpaczE5ZnVERG43Tmt4VHovZDIzWHBZa0VTU2FLUEZ5SGtkRlgxZXdXRnBoY3M5L1FJdFpVVFFxSXVYR3hQYTh2YjJucXpuKzhYcFdWN1MxUWRyY3htUDE5dmErdEhYTERtUnQ3bFRpMG54RWowOFFxU1NOcjVpd0QwQUVRcERDQ1JVVkhyRXhOMzc5elovNkpVYjVSVXdxZW9sZ2RiM2dLS0dpMlRkcWljTnBwV3Q3WTJkbXJBODlscWRWNTlBM01zNXZHZWxrbEx0ZHFmRExLemt0M2cyTHJXTnZYOS9iOEFMQUdpRkFhV3Y3My8vcXpZMkg5OTlWVmtWRlJ2MTZYcnFiUmFaNkh3S1lrNFI2MHhQQjhrbFZoeE9PcldWbW03Tnp3cGJHeDg2YWQvZDY0YS95Z3QweDk3V2xrOUxaUCtWdCtRY3V0MjUwb3o5ZmZDbSsyNENxRG5vSzhVQnBieG9hRXZ6Sno1bDFXcjFQZTNLZTVQemxXclcyazZSQzR6T2o5T0xpOXNiRlExWVhZSFFMZEFxeFFHbkxlVGtzNWtaTXlZTmkxMTUwNmZJVU42dXpwZHFiNnQ3V0pOelNpcDFQQWVyNGpEQ1pSSURxaFVvNlFQM09NZHhPVkdPenFNbGtvZGhBSU9SZDFwYmo1YnJkNWZvbUtlYU5SWGV2aXBrU2Z1M1AydG9lRjVCM3VsU05UVTFuWkJVN09udUxpNnBUTTNXaWxDcHRqYlBhZFF1RmlKMm1nNnI3NytjRm41ajVvYTV0RVpqZzZ6WEpTcnIrZjkzdEhCejJhd2pxYXYxZFh2SzFIbE5keTdhV3phVnpySlRqSEpUdUVxRW1sMXVyejZodjBHRndQMEFMUktZY0N4dHJiKzR2QmhvVWdVT1hueVg1T1RhelNhZGp5cHo4aXNxcmJpY0o2Uy9IZlg1V0NaVk1paE1xc2VhSVh6S09xdnZrTis3K2o0YTEzZDdxTGl2U1dxK3RZMkpzTWVWdkk0dWZ4RnBmUHhpcnR2MzhqN3V1Sk9xSzE4cFpkWDV5cTUwdXV4ZURmWEpwM3VzK0tTSTJYbERnTGgyejdlMHh3ZTJDZzcwY2U3c3FWbHhkVnJiOS80YlJDWHUvSHhvWDZEQjVrdGJZbUgrMnZ1YmkwNmVtK0o2bkJadWJ1VjFWOTloL29NZXRTNEo0Q3VoVllwREVRdXJxNWZwNmNmLythYkRldlhmNVNhK3R6a3laRlJVUXFGb3JmclJiUXlPY3NTemxXcm16M29FTGxNMzEwNlhpNjdWbGR2dFBqREdKblUwOHJxc3hMVndmdjlta2ZMSzNZLzRSOXFLOTlWWkg0Vmk4RTg3c0pmcnBVMGFRa2hQOWZXdVloRTQrUXlaNkZRMWNGVmdjYkxaV05sMG95cTZ2Y0tDcG1HOHovTHlyY01lL3hsRjVjY3RicnMvc0lJLzY2dDJYYnozcjZ0aVRmeWRvOFkvcXFiMjVJclY0MUs4eHM4K0ZtRmJXWlY5YnYzU3p0YlhiM0QzMyttczFOU1huNkhLbWFrdXJyYXM3TWJ2RnkrZENrc1BKek5xMFBmZ2lpRmdXdnlsQ2xoNGVHZnBxVnQzYkxseFBIanZWMGRRZ2g1L3NEbnhOcDgyNnVkR25XNml4cU4vaDd2SUM1M3BGajhzVWs2WmxaVi8xcGJWMmN3RG5ZUWwxdlQydW9rZk9pRzFjVk5UU1VHdmEyM201b0lJVkkrdjZOUk9rNHVJNFRzTFZIcEJ4azM2blFIVldWTFBkM0h5bVNIeThxWms5OVUzREg4cGM1V1ZVK3lVemdJQmVWYTQrOEVoSkREWmVYNjBzcTB6VzljdWFwdWJlbFFyVXl4V21lS3dpcFZBd3VpRkFZMFBwOC9kLzc4dWZQbmE5UnFqVVpUVTFOVFY5djUrWTdzZlNlVEY5U3o3ZVRMcUtvT2xrb0RKT0p6YXMzVE1pbUhNcjY3eTZodmE1Mm9zUFViUE5oSktIUVVDbVY4SHJPNTJNT0tyWG13VzdSVnB5T0VjRHNlR1k1Q1lUTk5sejRZd0xjYUc1bUg5R2VNQmtreGk4czdDWVZHVWVvb0ZCQkNpcHFhREUrYTdwM2VDYXdXOHNBeUlBTU1vaFNBRUVJa1VxbEUyckdabDkwaG82Q1FzSTdTWExWR3E2TkRaTEp6YXMwNHVmem4ybHJUV1poMkF2NUczNkVLZ2VCR1hYMStROE9weXFycjlYWHhibTVlM2QvRmFIWWJjNllWMTJLd1ZoK0hNbm9XWVdhN0dqMlJlNi85MS9YUkpaUEpPcm9ONTV5NHVKUGZmMDhJR1RGeVpKZlhCeXdab2hTZ3Y5SHFkQmMwbWxGU3FTMmYvNFRZSnVXbW1RbWRMN3U0MkFzRTd4UVVHalpZeGZ5ZStFQW8xV3JkclVTT1FrR1pRZnZTVFdSRkNMbGowS0dyRkltS0RScW1IbFpXTkNFbEp2TjVtRWFxVWlRcWFQaHZTL1JQems1aUhtL0g3YUp1L2xVQTdzRUlYb0IrS0xPcXlwckxXZUR1cHFQcE0rWm0wRXA0UEVMSXRibzYvWmtBc2RoWktPUjJmeWNmVTU5WVoyZjlHU0dITThQSlFVZElkclZhZi9MM2pnNzZqeWQzSzlGb21mU1gycnFxRnVNZTBKeHFOU0hrZVlQUnYvWUN3WFJIQjJlUmtBRDBGTFJLQWZxaEN4cE5rMDQzV2lvNXI5SFVtVnY4TDBldEhpRzIrYk9YMTdHS2loYWE5cmNaL0p4Q29kWFJRZzRsNG5DNmRWT1UwNVZWNDJTeVVGdTVRaURJcmxZTHVaeG5GYmJPUW1GYWNZbmhidHZlZ3dadGVueG9SbVdWbE0rUGRMQnYwZWwybUZzdjZYSnQ3UStWVldHMnRncStJRWV0dHVKeXA5alowWVE4YkJ3eVFIZEFsQUwwUTFvZG5hdldqSmZMTXN3Tk9DS0VIS3U0dzZXb3lYWjJpenpjRzlyYXlwcTAyMi9lRm5Db2hlNXVUMG5FWnd4YWgxMk9KbVREYi9tUkR2YlBLbXhmZGxVeWl5cDhlS3ZvWWsyTjRXVi9MeWdjTDVmSHVTaWJkYnBjdFdaZmlhcjBJVU9GdHhUZXpLdXZuMlNubU9QcVV0ZmFkcVd1Ym0rSnF2akJnVWdBM1lyQ2hsTUFsc09vODVJSm5vRTJyNEpaS1dMVjlScy8xOWExNC9LdVlmbytlMWxiYi9IejdWQWgrbUZIdS9ic3dielNBUVY5cFFBQUFLd2dTZ0VBQUZoQmxBSllFQ0hIK0wva1FMdTcyMXRNUnk2TFRQNFdBQStEWVVjQUZrVE81L2QyRlhyZm9iTHlRL2VYRCt3eE5HMzhyY1ZPS09qaE9rRGZoYTlkQUJaRUlURCsrTWF3d043aVlQSzNBSGdZUkNtQUJiRVZHTGRLY1lPM3R6Z0lzY2dEdEJlaUZNQ0MyUExOdElUUU1PMEJwbDlaUnRnTTdwV2FRRitFS0FXd0lCNVdJaW5QZUFRREdxWTliN2pOWVB1T3QwcDVYQzV6b092TzVhTEFBaUZLQVN3SWw2S21HaXduYXdCTjArNWo1cnZLYzUzYUI5N3gvc0xDWmFXbHJHdjF2OTIrZFN0aCtmS3hRVUZEUER5ZUdqNTg3cXhabVJrWjdYeHVWVldWcDFMNTNxWk5qN2ltNkxhWmxSbzdxcjYrM2xPcDNMUmhBL3VpTEJtaUZNQ3lUTFl6K3lGTzBkZ0RzMXRRcGw5VHBEeGVxSzI4RTJVcGxVcm1vQ0Evdnl2cTlpalhybDZkRWg1KzZPQkJiMi92NmRIUmdVRkI1N0t6NDJKaTBuYnY3cEx5TjcvMzNtdng4ZXpMNFhBNENvVmkwT0IrZnJjY2syRUFMSXVFeDV2cjZyTGJaRFYyWnB0UG10Q0VjQ2cwVWxtaktVSTk1TXZKRWsrUHpwVVpOR29VYy9EUHc0ZFhybGtqN002QlMrOXUzTmphMW5iMDIyK0grZnN6Wis3ZXZUc2pLbXBqY25Ka1ZKU2lVNjFxUTJleXNycmtOcldWbGRYNXk1ZlpsMlBoMENvRnNEalRIT3hEWkRLekQxR0VvdTQxVDVuMXMybjhkT2lIdm5kQUtOcjhyZDB3Vzl0QWliaHpmN2lBd0VBWFYxZENpRnF0L2pRdHJYT0Z0TlBsUzVkR0JnVG9jNVFRb2xBb0ZpMWUzTnpjbkhQMmJMZStOSmhDbEFKWW9xVWU3c3FINzdoSkVVSUlSVkhNSVg0NjhFUGRPekJQeHVmTmQzTmg4NGVMZnVFRjV1RC9rcEwrM1oydE1hbE1kdjNxMWJ0MzdoaWVqSncyTGV2Y3VlY21UeWFFM0ttbzhGUXF0MjNab24rMFZLWHlWQ3BUdDIvWG4ybHRiZDJ3ZnYxSWYvOWhQajd6WjgvVzM1ZCt3dGYzeC9QbmYvbjVaMCtsOHZQOSs1bVQrL2Z1bmZUTU0weS83UElsUzFRcUZYTytScVB4VkNwM2YvVFI4aVZMbnZEMWZjTFhkLzdzMllVRkJjeWpwbjJsWHh3NEVERnBrcStYMTlpZ29MVnIxdFJvTk4zM0x2VVlSQ21BSlJKeU9lOE1IZHJwNWhGMGdvdEk5STd2VU92N28zQTdaMTU4dkw3SE5HYkdqT3d6Wjdxb2RzYm16SnRYWFYwZFBuRmkwdHExbVJrWmpZMk5oQkNSU0tSMGNSRzBlM0dKVDlQU2poMDkrdXFDQmErOCt1clpNMmRlbURhdG9yeWNFTEo5eHc1dkh4OTNENDlkZS9hTUR3MGxoS3hQVEZ5ZGtLQ3dzMXU1ZXZYMEdUTytQblpzV2tTRTRlaXFkemR1TEM4dlAzRG8wQ2Y3OXBXb1ZQcWlqUHo5M1hkWHJsZ2hrVWordkdiTjg5T21mYjV2My93NWMvckJCbVhvS3dXd1VHSStiNjJQOTljVmQzWVhGYmYwL2M4YUN6ZEtJbm5MeTlOMERlU09HalJvME4rMmJwMFpIVTBJYVdobytOTWYvakIrd29UWXVEaHZINS9Idkx5NnFMS0VFUEtuRjEra2RicjMzbm5uNDEyN1B0NjFpOGZqQlFZRlRZdU9mdUdQZitSMDVMYzRmUFNvazdNeklXUkNhR2gwVkZUcTl1MXJrNUxHaDRaS3BGSnRVeE96VmR6VlgzOU4yNzA3SWpKeVcyb3Fjek1rZk5La21kSFI3MjdjK0xmMzMyZktzYkd4MmJWbmowZ2tJb1RzM3JObi9KZ3hIMnpidGk0NTJmQzFLc3JMVTdadG16eGxTc3BISHpIbDJOdmJKNzM5ZHU2NWM2T0RnN3Z3emVsNWlGSUFpeFpoYnpmY3h1YUFxalNyMnZ3bTNzRFNLS2treXNIK0NSdWJyaXB3ZEhEdzloMDdsaTFaMHF6VkVrSXlUcC9PT0gzNjBVL3hIejc4WDhlUGQvU0ZZdVBpWHBnNTgweG1ac2FwVTJmUG5Nbkp6czdKemo1eTZOQ2VmZnVZU1B1ZnBrZEhPOTJmd0JNUUdEaml5U2QvK1A3N3RVbEpScGVkU0U4bmhDeGF2Smk2dityLzZPRGcwY0hCMzZXbjZ4dVV6MCtmcm45UlJ5ZW5VY0hCLzUrZWJoU2xwMCtlYkd0cm16Vjd0cjZjbWJHeHdXUEdlSGw3ZC9SM3R6UzR3UXRnNmR5c1JBbGVuZ2NEbmx6eG1PZG9xUVJydzdKbnplVzRXWWttMlNrK0hEN3NMOTVlWFppampJakl5Q05IajNwNGVuWnRzYVlFQXNIRXNMQzFTVW5wUC96d1EyWm1XSGo0dVp5Y2oxSlQyL2wwYng4ZnczOTZlWHNYRnhXWlhzYWNOR3BWZS92NDFOYlcxdGJVTVA5MGRYTXpmTlRKMmJtMHRMU3RyZTJCY29xTENTR0diNHUxdGJXZnY3K3dmY0Z2eWRBcUJlZ2JyRGljQ1hMWkJQbTlrYjJsV20xbGN3dHUrM2FVaE1kekVBclkzOGo5bi96OC9VOW1aWjNOeXZyaXdJRzhHemNxS3l2TjloMTJ6dm5jM0UvVDBsNWJzbVNvcjYvK3BPZGpqNlY4K0dIUWswK2V6Y3A2L1kwM1RKOWxGR3hNRWh0ZHdEWFhWV3kyTDVPWktzTVhDRnFhbXdraHRNbk1HWXFpcUFmM3JtTXEwS0g3ejMwRm9oU2dUM0lTQ3AydzNyckZHeHNTTWpZa3BNdUwxV3ExeDQ0ZTlSa3l4REJLbVdBVGlrUThQcDhRd3VGeW1TdjFqNXBtZWZtRFo0cUtpdHpjM1UxZmpwbmhVMUJROExpZm4vNWtRWDYrUkNxMXNySmlvdlRtelp1R1Q4bTdmdDNkdzhNb05aMlZTdVpLZXdjSDVreGRYZDFieTViOU1TWm13c1NKblhvbkxFVS8vSFlBQU5DL0JZOFpvMVFxVTdkdi8rN0VDZjFKbXFaVHQyKy9VMUVSOXV5emhCQ3hXQ3dRQ0M1ZnVxUy80TkRCZzBibHBILzdyYjZwbW5manhxVWZmMlFtMGhCQ3VCeE9hMnNyYzh3TVBqS2NSWFB4d29Wek9Ubk1DekgrZWZodzlmM3UvUE81dVpkLyttbnlsQ2xHTHpjaE5KU2lxUDJmZmFZL2MvVElrVysvL3BwbnN1NTBuOVBuZndFQWdJR0d4K050VFVsNUtTWm0vdXpaWHQ3ZWZzT0dFVUl1Ly9UVDdWdTNSZ2NIeDhiRkVVTDRmUDd2SWlLK09uSmt3Yng1SXdNQ2NyS3pDd3NLak83b0Z1VG52N0Y0OGJ6NCtMS3lzdldKaVM2dXJ2RUxGeklQeVcxdHorZm1KaXhmSGpWOSt0aVFrSmpZMkFQNzltblU2ckR3OEZLVjZwTzBORnRiMnhVSkNmcWl0RTFOMDZkT2ZURXVUcTFXZjd4enA2dWIyNEpGaTR5cXJYUnhpVis0TVBXRER6UWF6VE5oWVVWRlJaK21wVTBNQyt1T2huc1BRNVFDQVBROUFZR0JKMDZlM0pHU2twV1I4VjE2T2tWUm5sNWVxeE1UWjgyWncrZmYyL1YyWFhJeVh5QTRjZng0eHFsVEllUEc3VDk0TUd6OGVNTkNscjM1NXRVclYySm16S0FvYW1KWTJKcTFhOFVTQ2ZQUXF3c1dYTDF5NWNpWFh6b3JsV05EUWpaczJ1UXpaTWordlh1VDE2MlRTcVZUbzZLV3JWamg2T1NrTCtybHVYTzFUVTFiTjIvbThuZ1JrWkVKcTFiWmlNM01pbjVyMVNwbnBmS1R0TFRrZGV2c0hSem12UExLYTB1WEduV3A5a1ZVUDVnYkN3QUF2YVZHb3huaDU3Zm85ZGNORzZrRERmcEtBUUFBV0VHVUFnQUFzSUlvQlFBQVlBVjlwUUFBQUt5Z1ZRb0FBTUFLb2hRQUFJQVZSQ2tBQUFBcmlGSUFBQUJXRUtVQUFBQ3NJRW9CQUFCWVFaUUNBQUN3Z2lnRkFBQmdCVkVLQUFEQUNxSVVBQUNBRlVRcEFBQUFLNGhTQUFBQVZoQ2xBQUFBckNCS0FRQUFXRUdVQWdBQXNJSW9CUUFBWUFWUkNnQUF3QXFpRkFBQWdCVkVLUUFBQUN1SVVnQUFBRllRcFFBQUFLd2dTZ0VBQUZoQmxBSUFBTENDS0FVQUFHQUZVUW9BQU1BS29oUUFBSUFWUkNrQUFBQXJpRklBQUFCV0VLVUFBQUNzSUVvQkFBQllRWlFDQUFDd2dpZ0ZBQUJncVR1cHJ3QUFBSHRKUkVGVUJWRUtBQURBQ3FJVUFBQ0FGVVFwQUFBQUs0aFNBQUFBVmhDbEFBQUFyQ0JLQVFBQVdFR1VBZ0FBc0lJb0JRQUFZQVZSQ2dBQXdBcWlGQUFBZ0JWRUtRQUFBQ3VJVWdBQUFGWVFwUUFBQUt3Z1NnRUFBRmhCbEFJQUFMQ0NLQVVBQUdBRlVRb0FBTUFLb2hRQUFJQVZSQ2tBQUFBci93RnV6T1RlRHVPRFNRQUFBQUJKUlU1RXJrSmdnZz09IiwKCSJUaGVtZSIgOiAiIiwKCSJUeXBlIiA6ICJtaW5kIiwKCSJVc2VySWQiIDogIjQ4NjU1MjkzOSIsCgkiVmVyc2lvbiIgOiAiNiIKfQo="/>
    </extobj>
  </extobjs>
</s:customData>
</file>

<file path=customXml/itemProps7.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1946</Words>
  <Application>WPS 演示</Application>
  <PresentationFormat>宽屏</PresentationFormat>
  <Paragraphs>117</Paragraphs>
  <Slides>13</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13</vt:i4>
      </vt:variant>
    </vt:vector>
  </HeadingPairs>
  <TitlesOfParts>
    <vt:vector size="20" baseType="lpstr">
      <vt:lpstr>Arial</vt:lpstr>
      <vt:lpstr>宋体</vt:lpstr>
      <vt:lpstr>Wingdings</vt:lpstr>
      <vt:lpstr>Arial Unicode MS</vt:lpstr>
      <vt:lpstr>Calibri</vt:lpstr>
      <vt:lpstr>微软雅黑</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LJJ19900119s</cp:lastModifiedBy>
  <cp:revision>5</cp:revision>
  <dcterms:created xsi:type="dcterms:W3CDTF">2023-08-09T12:44:00Z</dcterms:created>
  <dcterms:modified xsi:type="dcterms:W3CDTF">2026-01-29T13:13:16Z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A4C5C9373CF14DA19C17F513C42DB8B9_12</vt:lpwstr>
  </property>
</Properties>
</file>